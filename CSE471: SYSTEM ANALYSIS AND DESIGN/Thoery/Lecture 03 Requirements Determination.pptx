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y="6858000" cx="9144000"/>
  <p:notesSz cx="9866300" cy="6735750"/>
  <p:embeddedFontLst>
    <p:embeddedFont>
      <p:font typeface="Garamond"/>
      <p:regular r:id="rId31"/>
      <p:bold r:id="rId32"/>
      <p:italic r:id="rId33"/>
      <p:boldItalic r:id="rId34"/>
    </p:embeddedFont>
    <p:embeddedFont>
      <p:font typeface="Corbel"/>
      <p:regular r:id="rId35"/>
      <p:bold r:id="rId36"/>
      <p:italic r:id="rId37"/>
      <p:boldItalic r:id="rId38"/>
    </p:embeddedFont>
    <p:embeddedFont>
      <p:font typeface="Tahoma"/>
      <p:regular r:id="rId39"/>
      <p:bold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3744">
          <p15:clr>
            <a:srgbClr val="9AA0A6"/>
          </p15:clr>
        </p15:guide>
      </p15:sldGuideLst>
    </p:ext>
    <p:ext uri="{2D200454-40CA-4A62-9FC3-DE9A4176ACB9}">
      <p15:notesGuideLst>
        <p15:guide id="1" orient="horz" pos="1591">
          <p15:clr>
            <a:srgbClr val="A4A3A4"/>
          </p15:clr>
        </p15:guide>
        <p15:guide id="2" pos="4144">
          <p15:clr>
            <a:srgbClr val="A4A3A4"/>
          </p15:clr>
        </p15:guide>
      </p15:notesGuideLst>
    </p:ext>
    <p:ext uri="GoogleSlidesCustomDataVersion2">
      <go:slidesCustomData xmlns:go="http://customooxmlschemas.google.com/" r:id="rId41" roundtripDataSignature="AMtx7miXIP7bLaQg6FJSBJZomPn39iEzG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2CA81B7-D78E-4853-B8CF-05A131E27387}">
  <a:tblStyle styleId="{22CA81B7-D78E-4853-B8CF-05A131E27387}" styleName="Table_0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EAEB"/>
          </a:solidFill>
        </a:fill>
      </a:tcStyle>
    </a:wholeTbl>
    <a:band1H>
      <a:tcTxStyle/>
      <a:tcStyle>
        <a:fill>
          <a:solidFill>
            <a:srgbClr val="CBD4D5"/>
          </a:solidFill>
        </a:fill>
      </a:tcStyle>
    </a:band1H>
    <a:band2H>
      <a:tcTxStyle/>
    </a:band2H>
    <a:band1V>
      <a:tcTxStyle/>
      <a:tcStyle>
        <a:fill>
          <a:solidFill>
            <a:srgbClr val="CBD4D5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rgbClr val="FFFFFF"/>
      </a:tcTxStyle>
      <a:tcStyle>
        <a:fill>
          <a:solidFill>
            <a:srgbClr val="196E78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fill>
          <a:solidFill>
            <a:srgbClr val="196E78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top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196E78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bottom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196E78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  <p:guide pos="3744" orient="horz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1591" orient="horz"/>
        <p:guide pos="4144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Tahoma-bold.fntdata"/><Relationship Id="rId20" Type="http://schemas.openxmlformats.org/officeDocument/2006/relationships/slide" Target="slides/slide14.xml"/><Relationship Id="rId41" Type="http://customschemas.google.com/relationships/presentationmetadata" Target="meta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Garamond-regular.fntdata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font" Target="fonts/Garamond-italic.fntdata"/><Relationship Id="rId10" Type="http://schemas.openxmlformats.org/officeDocument/2006/relationships/slide" Target="slides/slide4.xml"/><Relationship Id="rId32" Type="http://schemas.openxmlformats.org/officeDocument/2006/relationships/font" Target="fonts/Garamond-bold.fntdata"/><Relationship Id="rId13" Type="http://schemas.openxmlformats.org/officeDocument/2006/relationships/slide" Target="slides/slide7.xml"/><Relationship Id="rId35" Type="http://schemas.openxmlformats.org/officeDocument/2006/relationships/font" Target="fonts/Corbel-regular.fntdata"/><Relationship Id="rId12" Type="http://schemas.openxmlformats.org/officeDocument/2006/relationships/slide" Target="slides/slide6.xml"/><Relationship Id="rId34" Type="http://schemas.openxmlformats.org/officeDocument/2006/relationships/font" Target="fonts/Garamond-boldItalic.fntdata"/><Relationship Id="rId15" Type="http://schemas.openxmlformats.org/officeDocument/2006/relationships/slide" Target="slides/slide9.xml"/><Relationship Id="rId37" Type="http://schemas.openxmlformats.org/officeDocument/2006/relationships/font" Target="fonts/Corbel-italic.fntdata"/><Relationship Id="rId14" Type="http://schemas.openxmlformats.org/officeDocument/2006/relationships/slide" Target="slides/slide8.xml"/><Relationship Id="rId36" Type="http://schemas.openxmlformats.org/officeDocument/2006/relationships/font" Target="fonts/Corbel-bold.fntdata"/><Relationship Id="rId17" Type="http://schemas.openxmlformats.org/officeDocument/2006/relationships/slide" Target="slides/slide11.xml"/><Relationship Id="rId39" Type="http://schemas.openxmlformats.org/officeDocument/2006/relationships/font" Target="fonts/Tahoma-regular.fntdata"/><Relationship Id="rId16" Type="http://schemas.openxmlformats.org/officeDocument/2006/relationships/slide" Target="slides/slide10.xml"/><Relationship Id="rId38" Type="http://schemas.openxmlformats.org/officeDocument/2006/relationships/font" Target="fonts/Corbel-bold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4275138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591175" y="0"/>
            <a:ext cx="4275138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248025" y="504825"/>
            <a:ext cx="3370263" cy="2527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1316038" y="3198813"/>
            <a:ext cx="7234237" cy="3032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6399213"/>
            <a:ext cx="4275138" cy="3365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591175" y="6399213"/>
            <a:ext cx="4275138" cy="3365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:notes"/>
          <p:cNvSpPr txBox="1"/>
          <p:nvPr>
            <p:ph idx="1" type="body"/>
          </p:nvPr>
        </p:nvSpPr>
        <p:spPr>
          <a:xfrm>
            <a:off x="1316038" y="3198813"/>
            <a:ext cx="7234237" cy="3032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8" name="Google Shape;138;p2:notes"/>
          <p:cNvSpPr/>
          <p:nvPr>
            <p:ph idx="2" type="sldImg"/>
          </p:nvPr>
        </p:nvSpPr>
        <p:spPr>
          <a:xfrm>
            <a:off x="3248025" y="504825"/>
            <a:ext cx="3370263" cy="2527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9b9bb94914_0_0:notes"/>
          <p:cNvSpPr txBox="1"/>
          <p:nvPr>
            <p:ph idx="1" type="body"/>
          </p:nvPr>
        </p:nvSpPr>
        <p:spPr>
          <a:xfrm>
            <a:off x="1316038" y="3198813"/>
            <a:ext cx="7234200" cy="30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4" name="Google Shape;144;g39b9bb94914_0_0:notes"/>
          <p:cNvSpPr/>
          <p:nvPr>
            <p:ph idx="2" type="sldImg"/>
          </p:nvPr>
        </p:nvSpPr>
        <p:spPr>
          <a:xfrm>
            <a:off x="3248025" y="504825"/>
            <a:ext cx="3370200" cy="2527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:notes"/>
          <p:cNvSpPr txBox="1"/>
          <p:nvPr>
            <p:ph idx="1" type="body"/>
          </p:nvPr>
        </p:nvSpPr>
        <p:spPr>
          <a:xfrm>
            <a:off x="1316038" y="3198813"/>
            <a:ext cx="7234237" cy="3032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1" name="Google Shape;151;p3:notes"/>
          <p:cNvSpPr/>
          <p:nvPr>
            <p:ph idx="2" type="sldImg"/>
          </p:nvPr>
        </p:nvSpPr>
        <p:spPr>
          <a:xfrm>
            <a:off x="3248025" y="504825"/>
            <a:ext cx="3370263" cy="2527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:notes"/>
          <p:cNvSpPr/>
          <p:nvPr>
            <p:ph idx="2" type="sldImg"/>
          </p:nvPr>
        </p:nvSpPr>
        <p:spPr>
          <a:xfrm>
            <a:off x="3248025" y="504825"/>
            <a:ext cx="3370263" cy="2527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57" name="Google Shape;157;p4:notes"/>
          <p:cNvSpPr txBox="1"/>
          <p:nvPr>
            <p:ph idx="1" type="body"/>
          </p:nvPr>
        </p:nvSpPr>
        <p:spPr>
          <a:xfrm>
            <a:off x="1316038" y="3198813"/>
            <a:ext cx="7234237" cy="3032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8" name="Google Shape;158;p4:notes"/>
          <p:cNvSpPr txBox="1"/>
          <p:nvPr>
            <p:ph idx="12" type="sldNum"/>
          </p:nvPr>
        </p:nvSpPr>
        <p:spPr>
          <a:xfrm>
            <a:off x="5591175" y="6399213"/>
            <a:ext cx="4275138" cy="3365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5:notes"/>
          <p:cNvSpPr txBox="1"/>
          <p:nvPr>
            <p:ph idx="1" type="body"/>
          </p:nvPr>
        </p:nvSpPr>
        <p:spPr>
          <a:xfrm>
            <a:off x="1316038" y="3198813"/>
            <a:ext cx="7234237" cy="3032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5" name="Google Shape;165;p5:notes"/>
          <p:cNvSpPr/>
          <p:nvPr>
            <p:ph idx="2" type="sldImg"/>
          </p:nvPr>
        </p:nvSpPr>
        <p:spPr>
          <a:xfrm>
            <a:off x="3248025" y="504825"/>
            <a:ext cx="3370263" cy="2527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6:notes"/>
          <p:cNvSpPr txBox="1"/>
          <p:nvPr>
            <p:ph idx="1" type="body"/>
          </p:nvPr>
        </p:nvSpPr>
        <p:spPr>
          <a:xfrm>
            <a:off x="1316038" y="3198813"/>
            <a:ext cx="7234237" cy="3032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2" name="Google Shape;172;p6:notes"/>
          <p:cNvSpPr/>
          <p:nvPr>
            <p:ph idx="2" type="sldImg"/>
          </p:nvPr>
        </p:nvSpPr>
        <p:spPr>
          <a:xfrm>
            <a:off x="3248025" y="504825"/>
            <a:ext cx="3370263" cy="2527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7:notes"/>
          <p:cNvSpPr txBox="1"/>
          <p:nvPr>
            <p:ph idx="1" type="body"/>
          </p:nvPr>
        </p:nvSpPr>
        <p:spPr>
          <a:xfrm>
            <a:off x="1316038" y="3198813"/>
            <a:ext cx="7234237" cy="3032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9" name="Google Shape;179;p7:notes"/>
          <p:cNvSpPr/>
          <p:nvPr>
            <p:ph idx="2" type="sldImg"/>
          </p:nvPr>
        </p:nvSpPr>
        <p:spPr>
          <a:xfrm>
            <a:off x="3248025" y="504825"/>
            <a:ext cx="3370263" cy="2527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ff2c634373_0_2:notes"/>
          <p:cNvSpPr txBox="1"/>
          <p:nvPr>
            <p:ph idx="1" type="body"/>
          </p:nvPr>
        </p:nvSpPr>
        <p:spPr>
          <a:xfrm>
            <a:off x="1316038" y="3198813"/>
            <a:ext cx="7234200" cy="30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6" name="Google Shape;186;g2ff2c634373_0_2:notes"/>
          <p:cNvSpPr/>
          <p:nvPr>
            <p:ph idx="2" type="sldImg"/>
          </p:nvPr>
        </p:nvSpPr>
        <p:spPr>
          <a:xfrm>
            <a:off x="3248025" y="504825"/>
            <a:ext cx="3370200" cy="2527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8:notes"/>
          <p:cNvSpPr txBox="1"/>
          <p:nvPr>
            <p:ph idx="1" type="body"/>
          </p:nvPr>
        </p:nvSpPr>
        <p:spPr>
          <a:xfrm>
            <a:off x="1316038" y="3198813"/>
            <a:ext cx="7234237" cy="3032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3" name="Google Shape;193;p8:notes"/>
          <p:cNvSpPr/>
          <p:nvPr>
            <p:ph idx="2" type="sldImg"/>
          </p:nvPr>
        </p:nvSpPr>
        <p:spPr>
          <a:xfrm>
            <a:off x="3248025" y="504825"/>
            <a:ext cx="3370263" cy="2527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9:notes"/>
          <p:cNvSpPr txBox="1"/>
          <p:nvPr>
            <p:ph idx="1" type="body"/>
          </p:nvPr>
        </p:nvSpPr>
        <p:spPr>
          <a:xfrm>
            <a:off x="1316038" y="3198813"/>
            <a:ext cx="7234237" cy="3032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9" name="Google Shape;199;p9:notes"/>
          <p:cNvSpPr/>
          <p:nvPr>
            <p:ph idx="2" type="sldImg"/>
          </p:nvPr>
        </p:nvSpPr>
        <p:spPr>
          <a:xfrm>
            <a:off x="3248025" y="504825"/>
            <a:ext cx="3370263" cy="2527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0:notes"/>
          <p:cNvSpPr txBox="1"/>
          <p:nvPr>
            <p:ph idx="1" type="body"/>
          </p:nvPr>
        </p:nvSpPr>
        <p:spPr>
          <a:xfrm>
            <a:off x="1316038" y="3198813"/>
            <a:ext cx="7234237" cy="3032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5" name="Google Shape;205;p10:notes"/>
          <p:cNvSpPr/>
          <p:nvPr>
            <p:ph idx="2" type="sldImg"/>
          </p:nvPr>
        </p:nvSpPr>
        <p:spPr>
          <a:xfrm>
            <a:off x="3248025" y="504825"/>
            <a:ext cx="3370263" cy="2527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1:notes"/>
          <p:cNvSpPr txBox="1"/>
          <p:nvPr>
            <p:ph idx="1" type="body"/>
          </p:nvPr>
        </p:nvSpPr>
        <p:spPr>
          <a:xfrm>
            <a:off x="1316038" y="3198813"/>
            <a:ext cx="7234237" cy="3032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2" name="Google Shape;212;p11:notes"/>
          <p:cNvSpPr/>
          <p:nvPr>
            <p:ph idx="2" type="sldImg"/>
          </p:nvPr>
        </p:nvSpPr>
        <p:spPr>
          <a:xfrm>
            <a:off x="3248025" y="504825"/>
            <a:ext cx="3370263" cy="2527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3:notes"/>
          <p:cNvSpPr/>
          <p:nvPr>
            <p:ph idx="2" type="sldImg"/>
          </p:nvPr>
        </p:nvSpPr>
        <p:spPr>
          <a:xfrm>
            <a:off x="3248025" y="504825"/>
            <a:ext cx="3370263" cy="2527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20" name="Google Shape;220;p13:notes"/>
          <p:cNvSpPr txBox="1"/>
          <p:nvPr>
            <p:ph idx="1" type="body"/>
          </p:nvPr>
        </p:nvSpPr>
        <p:spPr>
          <a:xfrm>
            <a:off x="1316038" y="3198813"/>
            <a:ext cx="7234237" cy="3032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1" name="Google Shape;221;p13:notes"/>
          <p:cNvSpPr txBox="1"/>
          <p:nvPr>
            <p:ph idx="12" type="sldNum"/>
          </p:nvPr>
        </p:nvSpPr>
        <p:spPr>
          <a:xfrm>
            <a:off x="5591175" y="6399213"/>
            <a:ext cx="4275138" cy="3365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2:notes"/>
          <p:cNvSpPr txBox="1"/>
          <p:nvPr>
            <p:ph idx="1" type="body"/>
          </p:nvPr>
        </p:nvSpPr>
        <p:spPr>
          <a:xfrm>
            <a:off x="1316038" y="3198813"/>
            <a:ext cx="7234237" cy="3032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7" name="Google Shape;227;p12:notes"/>
          <p:cNvSpPr/>
          <p:nvPr>
            <p:ph idx="2" type="sldImg"/>
          </p:nvPr>
        </p:nvSpPr>
        <p:spPr>
          <a:xfrm>
            <a:off x="3248025" y="504825"/>
            <a:ext cx="3370263" cy="2527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31b7e05985_0_0:notes"/>
          <p:cNvSpPr/>
          <p:nvPr>
            <p:ph idx="2" type="sldImg"/>
          </p:nvPr>
        </p:nvSpPr>
        <p:spPr>
          <a:xfrm>
            <a:off x="3248025" y="504825"/>
            <a:ext cx="3370200" cy="2527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31b7e05985_0_0:notes"/>
          <p:cNvSpPr txBox="1"/>
          <p:nvPr>
            <p:ph idx="1" type="body"/>
          </p:nvPr>
        </p:nvSpPr>
        <p:spPr>
          <a:xfrm>
            <a:off x="1316038" y="3198813"/>
            <a:ext cx="7234200" cy="3032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g331b7e05985_0_0:notes"/>
          <p:cNvSpPr txBox="1"/>
          <p:nvPr>
            <p:ph idx="12" type="sldNum"/>
          </p:nvPr>
        </p:nvSpPr>
        <p:spPr>
          <a:xfrm>
            <a:off x="5591175" y="6399213"/>
            <a:ext cx="4275000" cy="3366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4:notes"/>
          <p:cNvSpPr/>
          <p:nvPr>
            <p:ph idx="2" type="sldImg"/>
          </p:nvPr>
        </p:nvSpPr>
        <p:spPr>
          <a:xfrm>
            <a:off x="3248025" y="504825"/>
            <a:ext cx="3370263" cy="2527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41" name="Google Shape;241;p14:notes"/>
          <p:cNvSpPr txBox="1"/>
          <p:nvPr>
            <p:ph idx="1" type="body"/>
          </p:nvPr>
        </p:nvSpPr>
        <p:spPr>
          <a:xfrm>
            <a:off x="1316038" y="3198813"/>
            <a:ext cx="7234237" cy="3032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2" name="Google Shape;242;p14:notes"/>
          <p:cNvSpPr txBox="1"/>
          <p:nvPr>
            <p:ph idx="12" type="sldNum"/>
          </p:nvPr>
        </p:nvSpPr>
        <p:spPr>
          <a:xfrm>
            <a:off x="5591175" y="6399213"/>
            <a:ext cx="4275138" cy="3365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5:notes"/>
          <p:cNvSpPr/>
          <p:nvPr>
            <p:ph idx="2" type="sldImg"/>
          </p:nvPr>
        </p:nvSpPr>
        <p:spPr>
          <a:xfrm>
            <a:off x="3248025" y="504825"/>
            <a:ext cx="3370263" cy="2527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49" name="Google Shape;249;p15:notes"/>
          <p:cNvSpPr txBox="1"/>
          <p:nvPr>
            <p:ph idx="1" type="body"/>
          </p:nvPr>
        </p:nvSpPr>
        <p:spPr>
          <a:xfrm>
            <a:off x="1316038" y="3198813"/>
            <a:ext cx="7234237" cy="3032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0" name="Google Shape;250;p15:notes"/>
          <p:cNvSpPr txBox="1"/>
          <p:nvPr>
            <p:ph idx="12" type="sldNum"/>
          </p:nvPr>
        </p:nvSpPr>
        <p:spPr>
          <a:xfrm>
            <a:off x="5591175" y="6399213"/>
            <a:ext cx="4275138" cy="3365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6:notes"/>
          <p:cNvSpPr/>
          <p:nvPr>
            <p:ph idx="2" type="sldImg"/>
          </p:nvPr>
        </p:nvSpPr>
        <p:spPr>
          <a:xfrm>
            <a:off x="3248025" y="504825"/>
            <a:ext cx="3370263" cy="2527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57" name="Google Shape;257;p16:notes"/>
          <p:cNvSpPr txBox="1"/>
          <p:nvPr>
            <p:ph idx="1" type="body"/>
          </p:nvPr>
        </p:nvSpPr>
        <p:spPr>
          <a:xfrm>
            <a:off x="1316038" y="3198813"/>
            <a:ext cx="7234237" cy="3032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8" name="Google Shape;258;p16:notes"/>
          <p:cNvSpPr txBox="1"/>
          <p:nvPr>
            <p:ph idx="12" type="sldNum"/>
          </p:nvPr>
        </p:nvSpPr>
        <p:spPr>
          <a:xfrm>
            <a:off x="5591175" y="6399213"/>
            <a:ext cx="4275138" cy="3365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7:notes"/>
          <p:cNvSpPr/>
          <p:nvPr>
            <p:ph idx="2" type="sldImg"/>
          </p:nvPr>
        </p:nvSpPr>
        <p:spPr>
          <a:xfrm>
            <a:off x="3248025" y="504825"/>
            <a:ext cx="3370263" cy="2527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65" name="Google Shape;265;p17:notes"/>
          <p:cNvSpPr txBox="1"/>
          <p:nvPr>
            <p:ph idx="1" type="body"/>
          </p:nvPr>
        </p:nvSpPr>
        <p:spPr>
          <a:xfrm>
            <a:off x="1316038" y="3198813"/>
            <a:ext cx="7234237" cy="3032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6" name="Google Shape;266;p17:notes"/>
          <p:cNvSpPr txBox="1"/>
          <p:nvPr>
            <p:ph idx="12" type="sldNum"/>
          </p:nvPr>
        </p:nvSpPr>
        <p:spPr>
          <a:xfrm>
            <a:off x="5591175" y="6399213"/>
            <a:ext cx="4275138" cy="3365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/>
          <p:cNvSpPr/>
          <p:nvPr>
            <p:ph idx="2" type="sldImg"/>
          </p:nvPr>
        </p:nvSpPr>
        <p:spPr>
          <a:xfrm>
            <a:off x="3248025" y="504825"/>
            <a:ext cx="3370263" cy="2527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73" name="Google Shape;273;p18:notes"/>
          <p:cNvSpPr txBox="1"/>
          <p:nvPr>
            <p:ph idx="1" type="body"/>
          </p:nvPr>
        </p:nvSpPr>
        <p:spPr>
          <a:xfrm>
            <a:off x="1316038" y="3198813"/>
            <a:ext cx="7234237" cy="3032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4" name="Google Shape;274;p18:notes"/>
          <p:cNvSpPr txBox="1"/>
          <p:nvPr>
            <p:ph idx="12" type="sldNum"/>
          </p:nvPr>
        </p:nvSpPr>
        <p:spPr>
          <a:xfrm>
            <a:off x="5591175" y="6399213"/>
            <a:ext cx="4275138" cy="3365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9:notes"/>
          <p:cNvSpPr/>
          <p:nvPr>
            <p:ph idx="2" type="sldImg"/>
          </p:nvPr>
        </p:nvSpPr>
        <p:spPr>
          <a:xfrm>
            <a:off x="3248025" y="504825"/>
            <a:ext cx="3370263" cy="2527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82" name="Google Shape;282;p19:notes"/>
          <p:cNvSpPr txBox="1"/>
          <p:nvPr>
            <p:ph idx="1" type="body"/>
          </p:nvPr>
        </p:nvSpPr>
        <p:spPr>
          <a:xfrm>
            <a:off x="1316038" y="3198813"/>
            <a:ext cx="7234237" cy="3032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3" name="Google Shape;283;p19:notes"/>
          <p:cNvSpPr txBox="1"/>
          <p:nvPr>
            <p:ph idx="12" type="sldNum"/>
          </p:nvPr>
        </p:nvSpPr>
        <p:spPr>
          <a:xfrm>
            <a:off x="5591175" y="6399213"/>
            <a:ext cx="4275138" cy="3365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0:notes"/>
          <p:cNvSpPr/>
          <p:nvPr>
            <p:ph idx="2" type="sldImg"/>
          </p:nvPr>
        </p:nvSpPr>
        <p:spPr>
          <a:xfrm>
            <a:off x="3248025" y="504825"/>
            <a:ext cx="3370263" cy="2527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90" name="Google Shape;290;p20:notes"/>
          <p:cNvSpPr txBox="1"/>
          <p:nvPr>
            <p:ph idx="1" type="body"/>
          </p:nvPr>
        </p:nvSpPr>
        <p:spPr>
          <a:xfrm>
            <a:off x="1316038" y="3198813"/>
            <a:ext cx="7234237" cy="3032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1" name="Google Shape;291;p20:notes"/>
          <p:cNvSpPr txBox="1"/>
          <p:nvPr>
            <p:ph idx="12" type="sldNum"/>
          </p:nvPr>
        </p:nvSpPr>
        <p:spPr>
          <a:xfrm>
            <a:off x="5591175" y="6399213"/>
            <a:ext cx="4275138" cy="3365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1:notes"/>
          <p:cNvSpPr txBox="1"/>
          <p:nvPr>
            <p:ph idx="1" type="body"/>
          </p:nvPr>
        </p:nvSpPr>
        <p:spPr>
          <a:xfrm>
            <a:off x="1316038" y="3198813"/>
            <a:ext cx="7234237" cy="3032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8" name="Google Shape;298;p21:notes"/>
          <p:cNvSpPr/>
          <p:nvPr>
            <p:ph idx="2" type="sldImg"/>
          </p:nvPr>
        </p:nvSpPr>
        <p:spPr>
          <a:xfrm>
            <a:off x="3248025" y="504825"/>
            <a:ext cx="3370263" cy="2527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2:notes"/>
          <p:cNvSpPr txBox="1"/>
          <p:nvPr>
            <p:ph idx="1" type="body"/>
          </p:nvPr>
        </p:nvSpPr>
        <p:spPr>
          <a:xfrm>
            <a:off x="1316038" y="3198813"/>
            <a:ext cx="7234237" cy="3032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5" name="Google Shape;305;p22:notes"/>
          <p:cNvSpPr/>
          <p:nvPr>
            <p:ph idx="2" type="sldImg"/>
          </p:nvPr>
        </p:nvSpPr>
        <p:spPr>
          <a:xfrm>
            <a:off x="3248025" y="504825"/>
            <a:ext cx="3370263" cy="2527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oogle Shape;27;p24"/>
          <p:cNvGrpSpPr/>
          <p:nvPr/>
        </p:nvGrpSpPr>
        <p:grpSpPr>
          <a:xfrm>
            <a:off x="203200" y="0"/>
            <a:ext cx="3778250" cy="6858000"/>
            <a:chOff x="203200" y="0"/>
            <a:chExt cx="3778250" cy="6858001"/>
          </a:xfrm>
        </p:grpSpPr>
        <p:sp>
          <p:nvSpPr>
            <p:cNvPr id="28" name="Google Shape;28;p24"/>
            <p:cNvSpPr/>
            <p:nvPr/>
          </p:nvSpPr>
          <p:spPr>
            <a:xfrm>
              <a:off x="641350" y="0"/>
              <a:ext cx="1365250" cy="3971925"/>
            </a:xfrm>
            <a:custGeom>
              <a:rect b="b" l="l" r="r" t="t"/>
              <a:pathLst>
                <a:path extrusionOk="0" h="2502" w="860">
                  <a:moveTo>
                    <a:pt x="0" y="2445"/>
                  </a:moveTo>
                  <a:lnTo>
                    <a:pt x="228" y="2502"/>
                  </a:lnTo>
                  <a:lnTo>
                    <a:pt x="860" y="0"/>
                  </a:lnTo>
                  <a:lnTo>
                    <a:pt x="620" y="0"/>
                  </a:lnTo>
                  <a:lnTo>
                    <a:pt x="0" y="24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t/>
              </a:r>
              <a:endPara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9" name="Google Shape;29;p24"/>
            <p:cNvSpPr/>
            <p:nvPr/>
          </p:nvSpPr>
          <p:spPr>
            <a:xfrm>
              <a:off x="203200" y="0"/>
              <a:ext cx="1336675" cy="3862389"/>
            </a:xfrm>
            <a:custGeom>
              <a:rect b="b" l="l" r="r" t="t"/>
              <a:pathLst>
                <a:path extrusionOk="0" h="2433" w="842">
                  <a:moveTo>
                    <a:pt x="842" y="0"/>
                  </a:moveTo>
                  <a:lnTo>
                    <a:pt x="602" y="0"/>
                  </a:lnTo>
                  <a:lnTo>
                    <a:pt x="0" y="2376"/>
                  </a:lnTo>
                  <a:lnTo>
                    <a:pt x="228" y="2433"/>
                  </a:lnTo>
                  <a:lnTo>
                    <a:pt x="842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30" name="Google Shape;30;p24"/>
            <p:cNvSpPr/>
            <p:nvPr/>
          </p:nvSpPr>
          <p:spPr>
            <a:xfrm>
              <a:off x="207963" y="3776664"/>
              <a:ext cx="1936750" cy="3081337"/>
            </a:xfrm>
            <a:custGeom>
              <a:rect b="b" l="l" r="r" t="t"/>
              <a:pathLst>
                <a:path extrusionOk="0" h="1941" w="1220">
                  <a:moveTo>
                    <a:pt x="0" y="0"/>
                  </a:moveTo>
                  <a:lnTo>
                    <a:pt x="1166" y="1941"/>
                  </a:lnTo>
                  <a:lnTo>
                    <a:pt x="1220" y="19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31" name="Google Shape;31;p24"/>
            <p:cNvSpPr/>
            <p:nvPr/>
          </p:nvSpPr>
          <p:spPr>
            <a:xfrm>
              <a:off x="646113" y="3886201"/>
              <a:ext cx="2373312" cy="2971800"/>
            </a:xfrm>
            <a:custGeom>
              <a:rect b="b" l="l" r="r" t="t"/>
              <a:pathLst>
                <a:path extrusionOk="0" h="1872" w="1495">
                  <a:moveTo>
                    <a:pt x="1495" y="1872"/>
                  </a:moveTo>
                  <a:lnTo>
                    <a:pt x="0" y="0"/>
                  </a:lnTo>
                  <a:lnTo>
                    <a:pt x="1442" y="1872"/>
                  </a:lnTo>
                  <a:lnTo>
                    <a:pt x="1495" y="1872"/>
                  </a:lnTo>
                  <a:close/>
                </a:path>
              </a:pathLst>
            </a:custGeom>
            <a:solidFill>
              <a:srgbClr val="244061"/>
            </a:solidFill>
            <a:ln>
              <a:noFill/>
            </a:ln>
          </p:spPr>
        </p:sp>
        <p:sp>
          <p:nvSpPr>
            <p:cNvPr id="32" name="Google Shape;32;p24"/>
            <p:cNvSpPr/>
            <p:nvPr/>
          </p:nvSpPr>
          <p:spPr>
            <a:xfrm>
              <a:off x="641350" y="3881439"/>
              <a:ext cx="3340100" cy="2976562"/>
            </a:xfrm>
            <a:custGeom>
              <a:rect b="b" l="l" r="r" t="t"/>
              <a:pathLst>
                <a:path extrusionOk="0" h="1875" w="2104">
                  <a:moveTo>
                    <a:pt x="0" y="0"/>
                  </a:moveTo>
                  <a:lnTo>
                    <a:pt x="3" y="3"/>
                  </a:lnTo>
                  <a:lnTo>
                    <a:pt x="1498" y="1875"/>
                  </a:lnTo>
                  <a:lnTo>
                    <a:pt x="2104" y="1875"/>
                  </a:lnTo>
                  <a:lnTo>
                    <a:pt x="228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66092"/>
            </a:solidFill>
            <a:ln>
              <a:noFill/>
            </a:ln>
          </p:spPr>
        </p:sp>
        <p:sp>
          <p:nvSpPr>
            <p:cNvPr id="33" name="Google Shape;33;p24"/>
            <p:cNvSpPr/>
            <p:nvPr/>
          </p:nvSpPr>
          <p:spPr>
            <a:xfrm>
              <a:off x="203200" y="3771901"/>
              <a:ext cx="2660650" cy="3086100"/>
            </a:xfrm>
            <a:custGeom>
              <a:rect b="b" l="l" r="r" t="t"/>
              <a:pathLst>
                <a:path extrusionOk="0" h="1944" w="1676">
                  <a:moveTo>
                    <a:pt x="1676" y="1944"/>
                  </a:moveTo>
                  <a:lnTo>
                    <a:pt x="264" y="111"/>
                  </a:lnTo>
                  <a:lnTo>
                    <a:pt x="225" y="60"/>
                  </a:lnTo>
                  <a:lnTo>
                    <a:pt x="228" y="60"/>
                  </a:lnTo>
                  <a:lnTo>
                    <a:pt x="264" y="111"/>
                  </a:lnTo>
                  <a:lnTo>
                    <a:pt x="234" y="69"/>
                  </a:lnTo>
                  <a:lnTo>
                    <a:pt x="228" y="57"/>
                  </a:lnTo>
                  <a:lnTo>
                    <a:pt x="222" y="54"/>
                  </a:lnTo>
                  <a:lnTo>
                    <a:pt x="0" y="0"/>
                  </a:lnTo>
                  <a:lnTo>
                    <a:pt x="3" y="3"/>
                  </a:lnTo>
                  <a:lnTo>
                    <a:pt x="1223" y="1944"/>
                  </a:lnTo>
                  <a:lnTo>
                    <a:pt x="1676" y="1944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</p:grpSp>
      <p:sp>
        <p:nvSpPr>
          <p:cNvPr id="34" name="Google Shape;34;p24"/>
          <p:cNvSpPr/>
          <p:nvPr/>
        </p:nvSpPr>
        <p:spPr>
          <a:xfrm>
            <a:off x="203200" y="3771900"/>
            <a:ext cx="361950" cy="90488"/>
          </a:xfrm>
          <a:custGeom>
            <a:rect b="b" l="l" r="r" t="t"/>
            <a:pathLst>
              <a:path extrusionOk="0" h="57" w="228">
                <a:moveTo>
                  <a:pt x="228" y="57"/>
                </a:moveTo>
                <a:lnTo>
                  <a:pt x="0" y="0"/>
                </a:lnTo>
                <a:lnTo>
                  <a:pt x="222" y="54"/>
                </a:lnTo>
                <a:lnTo>
                  <a:pt x="228" y="57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5" name="Google Shape;35;p24"/>
          <p:cNvSpPr/>
          <p:nvPr/>
        </p:nvSpPr>
        <p:spPr>
          <a:xfrm>
            <a:off x="560388" y="3867150"/>
            <a:ext cx="61912" cy="80963"/>
          </a:xfrm>
          <a:custGeom>
            <a:rect b="b" l="l" r="r" t="t"/>
            <a:pathLst>
              <a:path extrusionOk="0" h="51" w="39">
                <a:moveTo>
                  <a:pt x="0" y="0"/>
                </a:moveTo>
                <a:lnTo>
                  <a:pt x="39" y="51"/>
                </a:lnTo>
                <a:lnTo>
                  <a:pt x="3" y="0"/>
                </a:lnTo>
                <a:lnTo>
                  <a:pt x="0" y="0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36" name="Google Shape;36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754938" y="76200"/>
            <a:ext cx="1295400" cy="118903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7" name="Google Shape;37;p24"/>
          <p:cNvGrpSpPr/>
          <p:nvPr/>
        </p:nvGrpSpPr>
        <p:grpSpPr>
          <a:xfrm>
            <a:off x="990600" y="2765925"/>
            <a:ext cx="7598156" cy="281579"/>
            <a:chOff x="504" y="3635"/>
            <a:chExt cx="4786" cy="177"/>
          </a:xfrm>
        </p:grpSpPr>
        <p:sp>
          <p:nvSpPr>
            <p:cNvPr id="38" name="Google Shape;38;p24"/>
            <p:cNvSpPr/>
            <p:nvPr/>
          </p:nvSpPr>
          <p:spPr>
            <a:xfrm>
              <a:off x="504" y="3696"/>
              <a:ext cx="4752" cy="48"/>
            </a:xfrm>
            <a:prstGeom prst="rect">
              <a:avLst/>
            </a:prstGeom>
            <a:gradFill>
              <a:gsLst>
                <a:gs pos="0">
                  <a:srgbClr val="B0B6E0"/>
                </a:gs>
                <a:gs pos="100000">
                  <a:srgbClr val="868FD0"/>
                </a:gs>
              </a:gsLst>
              <a:lin ang="0" scaled="0"/>
            </a:gradFill>
            <a:ln>
              <a:noFill/>
            </a:ln>
            <a:effectLst>
              <a:outerShdw rotWithShape="0" algn="ctr" dir="3542175" dist="74053">
                <a:srgbClr val="000060"/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t/>
              </a:r>
              <a:endPara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9" name="Google Shape;39;p24"/>
            <p:cNvSpPr/>
            <p:nvPr/>
          </p:nvSpPr>
          <p:spPr>
            <a:xfrm rot="-7499842">
              <a:off x="5142" y="3646"/>
              <a:ext cx="107" cy="156"/>
            </a:xfrm>
            <a:prstGeom prst="triangle">
              <a:avLst>
                <a:gd fmla="val 0" name="adj"/>
              </a:avLst>
            </a:prstGeom>
            <a:solidFill>
              <a:srgbClr val="868FD0"/>
            </a:solidFill>
            <a:ln>
              <a:noFill/>
            </a:ln>
            <a:effectLst>
              <a:outerShdw rotWithShape="0" algn="ctr" dir="3542175" dist="74053">
                <a:srgbClr val="000060"/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t/>
              </a:r>
              <a:endPara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sp>
        <p:nvSpPr>
          <p:cNvPr id="40" name="Google Shape;40;p24"/>
          <p:cNvSpPr txBox="1"/>
          <p:nvPr>
            <p:ph type="ctrTitle"/>
          </p:nvPr>
        </p:nvSpPr>
        <p:spPr>
          <a:xfrm>
            <a:off x="1739673" y="914401"/>
            <a:ext cx="6947127" cy="348826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24"/>
          <p:cNvSpPr txBox="1"/>
          <p:nvPr>
            <p:ph idx="1" type="subTitle"/>
          </p:nvPr>
        </p:nvSpPr>
        <p:spPr>
          <a:xfrm>
            <a:off x="2924238" y="4402666"/>
            <a:ext cx="5762563" cy="13645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  <a:defRPr sz="18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2" name="Google Shape;42;p24"/>
          <p:cNvSpPr txBox="1"/>
          <p:nvPr>
            <p:ph idx="10" type="dt"/>
          </p:nvPr>
        </p:nvSpPr>
        <p:spPr>
          <a:xfrm>
            <a:off x="7326313" y="6116638"/>
            <a:ext cx="8572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4"/>
          <p:cNvSpPr txBox="1"/>
          <p:nvPr>
            <p:ph idx="11" type="ftr"/>
          </p:nvPr>
        </p:nvSpPr>
        <p:spPr>
          <a:xfrm>
            <a:off x="3624263" y="6116638"/>
            <a:ext cx="36083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5"/>
          <p:cNvSpPr txBox="1"/>
          <p:nvPr>
            <p:ph type="title"/>
          </p:nvPr>
        </p:nvSpPr>
        <p:spPr>
          <a:xfrm>
            <a:off x="982133" y="457201"/>
            <a:ext cx="6561667" cy="1142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5"/>
          <p:cNvSpPr txBox="1"/>
          <p:nvPr>
            <p:ph idx="1" type="body"/>
          </p:nvPr>
        </p:nvSpPr>
        <p:spPr>
          <a:xfrm>
            <a:off x="982133" y="1600199"/>
            <a:ext cx="7857067" cy="48005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47" name="Google Shape;47;p25"/>
          <p:cNvSpPr txBox="1"/>
          <p:nvPr>
            <p:ph idx="10" type="dt"/>
          </p:nvPr>
        </p:nvSpPr>
        <p:spPr>
          <a:xfrm>
            <a:off x="7400925" y="6492875"/>
            <a:ext cx="8572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5"/>
          <p:cNvSpPr txBox="1"/>
          <p:nvPr>
            <p:ph idx="11" type="ftr"/>
          </p:nvPr>
        </p:nvSpPr>
        <p:spPr>
          <a:xfrm>
            <a:off x="2036763" y="6473825"/>
            <a:ext cx="53149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latin typeface="Corbel"/>
                <a:ea typeface="Corbel"/>
                <a:cs typeface="Corbel"/>
                <a:sym typeface="Corbe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5"/>
          <p:cNvSpPr txBox="1"/>
          <p:nvPr>
            <p:ph idx="12" type="sldNum"/>
          </p:nvPr>
        </p:nvSpPr>
        <p:spPr>
          <a:xfrm>
            <a:off x="8245475" y="6478588"/>
            <a:ext cx="4143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6"/>
          <p:cNvSpPr txBox="1"/>
          <p:nvPr>
            <p:ph type="title"/>
          </p:nvPr>
        </p:nvSpPr>
        <p:spPr>
          <a:xfrm>
            <a:off x="982663" y="457200"/>
            <a:ext cx="6789737" cy="129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6"/>
          <p:cNvSpPr txBox="1"/>
          <p:nvPr>
            <p:ph idx="10" type="dt"/>
          </p:nvPr>
        </p:nvSpPr>
        <p:spPr>
          <a:xfrm>
            <a:off x="7385050" y="6478588"/>
            <a:ext cx="8572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6"/>
          <p:cNvSpPr txBox="1"/>
          <p:nvPr>
            <p:ph idx="11" type="ftr"/>
          </p:nvPr>
        </p:nvSpPr>
        <p:spPr>
          <a:xfrm>
            <a:off x="1130300" y="6492875"/>
            <a:ext cx="62277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7"/>
          <p:cNvSpPr txBox="1"/>
          <p:nvPr>
            <p:ph type="title"/>
          </p:nvPr>
        </p:nvSpPr>
        <p:spPr>
          <a:xfrm>
            <a:off x="1986995" y="2666998"/>
            <a:ext cx="6699805" cy="236007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4000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7"/>
          <p:cNvSpPr txBox="1"/>
          <p:nvPr>
            <p:ph idx="1" type="body"/>
          </p:nvPr>
        </p:nvSpPr>
        <p:spPr>
          <a:xfrm>
            <a:off x="1986998" y="5027070"/>
            <a:ext cx="6699802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7" name="Google Shape;57;p27"/>
          <p:cNvSpPr txBox="1"/>
          <p:nvPr>
            <p:ph idx="10" type="dt"/>
          </p:nvPr>
        </p:nvSpPr>
        <p:spPr>
          <a:xfrm>
            <a:off x="7385050" y="6478588"/>
            <a:ext cx="8572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7"/>
          <p:cNvSpPr txBox="1"/>
          <p:nvPr>
            <p:ph idx="11" type="ftr"/>
          </p:nvPr>
        </p:nvSpPr>
        <p:spPr>
          <a:xfrm>
            <a:off x="1130300" y="6492875"/>
            <a:ext cx="62277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8"/>
          <p:cNvSpPr txBox="1"/>
          <p:nvPr>
            <p:ph type="title"/>
          </p:nvPr>
        </p:nvSpPr>
        <p:spPr>
          <a:xfrm>
            <a:off x="964122" y="158376"/>
            <a:ext cx="6790267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8"/>
          <p:cNvSpPr txBox="1"/>
          <p:nvPr>
            <p:ph idx="1" type="body"/>
          </p:nvPr>
        </p:nvSpPr>
        <p:spPr>
          <a:xfrm>
            <a:off x="982133" y="1676400"/>
            <a:ext cx="3739896" cy="43592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19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89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89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89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89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62" name="Google Shape;62;p28"/>
          <p:cNvSpPr txBox="1"/>
          <p:nvPr>
            <p:ph idx="2" type="body"/>
          </p:nvPr>
        </p:nvSpPr>
        <p:spPr>
          <a:xfrm>
            <a:off x="4946904" y="1676400"/>
            <a:ext cx="3739896" cy="43374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19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89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89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89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89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63" name="Google Shape;63;p28"/>
          <p:cNvSpPr txBox="1"/>
          <p:nvPr>
            <p:ph idx="10" type="dt"/>
          </p:nvPr>
        </p:nvSpPr>
        <p:spPr>
          <a:xfrm>
            <a:off x="7385050" y="6478588"/>
            <a:ext cx="8572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8"/>
          <p:cNvSpPr txBox="1"/>
          <p:nvPr>
            <p:ph idx="11" type="ftr"/>
          </p:nvPr>
        </p:nvSpPr>
        <p:spPr>
          <a:xfrm>
            <a:off x="1130300" y="6492875"/>
            <a:ext cx="62277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9"/>
          <p:cNvSpPr txBox="1"/>
          <p:nvPr>
            <p:ph type="title"/>
          </p:nvPr>
        </p:nvSpPr>
        <p:spPr>
          <a:xfrm>
            <a:off x="982663" y="457200"/>
            <a:ext cx="6789737" cy="129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9"/>
          <p:cNvSpPr txBox="1"/>
          <p:nvPr>
            <p:ph idx="1" type="body"/>
          </p:nvPr>
        </p:nvSpPr>
        <p:spPr>
          <a:xfrm>
            <a:off x="1329481" y="2658533"/>
            <a:ext cx="3456291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4060"/>
              <a:buNone/>
              <a:defRPr b="0" sz="2800">
                <a:solidFill>
                  <a:srgbClr val="366092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320"/>
              <a:buNone/>
              <a:defRPr b="1" sz="1600"/>
            </a:lvl9pPr>
          </a:lstStyle>
          <a:p/>
        </p:txBody>
      </p:sp>
      <p:sp>
        <p:nvSpPr>
          <p:cNvPr id="68" name="Google Shape;68;p29"/>
          <p:cNvSpPr txBox="1"/>
          <p:nvPr>
            <p:ph idx="2" type="body"/>
          </p:nvPr>
        </p:nvSpPr>
        <p:spPr>
          <a:xfrm>
            <a:off x="1113523" y="3335336"/>
            <a:ext cx="3672248" cy="26652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19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89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89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89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89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69" name="Google Shape;69;p29"/>
          <p:cNvSpPr txBox="1"/>
          <p:nvPr>
            <p:ph idx="3" type="body"/>
          </p:nvPr>
        </p:nvSpPr>
        <p:spPr>
          <a:xfrm>
            <a:off x="5161710" y="2667000"/>
            <a:ext cx="3467806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4060"/>
              <a:buNone/>
              <a:defRPr b="0" sz="2800">
                <a:solidFill>
                  <a:srgbClr val="366092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320"/>
              <a:buNone/>
              <a:defRPr b="1" sz="1600"/>
            </a:lvl9pPr>
          </a:lstStyle>
          <a:p/>
        </p:txBody>
      </p:sp>
      <p:sp>
        <p:nvSpPr>
          <p:cNvPr id="70" name="Google Shape;70;p29"/>
          <p:cNvSpPr txBox="1"/>
          <p:nvPr>
            <p:ph idx="4" type="body"/>
          </p:nvPr>
        </p:nvSpPr>
        <p:spPr>
          <a:xfrm>
            <a:off x="4957266" y="3335336"/>
            <a:ext cx="3672248" cy="26652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19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89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89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89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89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71" name="Google Shape;71;p29"/>
          <p:cNvSpPr txBox="1"/>
          <p:nvPr>
            <p:ph idx="10" type="dt"/>
          </p:nvPr>
        </p:nvSpPr>
        <p:spPr>
          <a:xfrm>
            <a:off x="7385050" y="6478588"/>
            <a:ext cx="8572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9"/>
          <p:cNvSpPr txBox="1"/>
          <p:nvPr>
            <p:ph idx="11" type="ftr"/>
          </p:nvPr>
        </p:nvSpPr>
        <p:spPr>
          <a:xfrm>
            <a:off x="1130300" y="6492875"/>
            <a:ext cx="62277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0"/>
          <p:cNvSpPr txBox="1"/>
          <p:nvPr>
            <p:ph idx="10" type="dt"/>
          </p:nvPr>
        </p:nvSpPr>
        <p:spPr>
          <a:xfrm>
            <a:off x="7385050" y="6478588"/>
            <a:ext cx="8572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30"/>
          <p:cNvSpPr txBox="1"/>
          <p:nvPr>
            <p:ph idx="11" type="ftr"/>
          </p:nvPr>
        </p:nvSpPr>
        <p:spPr>
          <a:xfrm>
            <a:off x="1130300" y="6492875"/>
            <a:ext cx="62277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1"/>
          <p:cNvSpPr txBox="1"/>
          <p:nvPr>
            <p:ph type="title"/>
          </p:nvPr>
        </p:nvSpPr>
        <p:spPr>
          <a:xfrm>
            <a:off x="1113524" y="1600200"/>
            <a:ext cx="2662534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1"/>
          <p:cNvSpPr txBox="1"/>
          <p:nvPr>
            <p:ph idx="1" type="body"/>
          </p:nvPr>
        </p:nvSpPr>
        <p:spPr>
          <a:xfrm>
            <a:off x="3947553" y="685800"/>
            <a:ext cx="4681962" cy="51054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1275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Char char="•"/>
              <a:defRPr sz="2000"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 sz="1800"/>
            </a:lvl2pPr>
            <a:lvl3pPr indent="-375919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3pPr>
            <a:lvl4pPr indent="-35750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4pPr>
            <a:lvl5pPr indent="-357504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5pPr>
            <a:lvl6pPr indent="-357504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6pPr>
            <a:lvl7pPr indent="-357504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7pPr>
            <a:lvl8pPr indent="-35750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8pPr>
            <a:lvl9pPr indent="-35750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Char char="•"/>
              <a:defRPr sz="1400"/>
            </a:lvl9pPr>
          </a:lstStyle>
          <a:p/>
        </p:txBody>
      </p:sp>
      <p:sp>
        <p:nvSpPr>
          <p:cNvPr id="79" name="Google Shape;79;p31"/>
          <p:cNvSpPr txBox="1"/>
          <p:nvPr>
            <p:ph idx="2" type="body"/>
          </p:nvPr>
        </p:nvSpPr>
        <p:spPr>
          <a:xfrm>
            <a:off x="1113524" y="2971800"/>
            <a:ext cx="2662534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2320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/>
        </p:txBody>
      </p:sp>
      <p:sp>
        <p:nvSpPr>
          <p:cNvPr id="80" name="Google Shape;80;p31"/>
          <p:cNvSpPr txBox="1"/>
          <p:nvPr>
            <p:ph idx="10" type="dt"/>
          </p:nvPr>
        </p:nvSpPr>
        <p:spPr>
          <a:xfrm>
            <a:off x="7385050" y="6478588"/>
            <a:ext cx="8572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31"/>
          <p:cNvSpPr txBox="1"/>
          <p:nvPr>
            <p:ph idx="11" type="ftr"/>
          </p:nvPr>
        </p:nvSpPr>
        <p:spPr>
          <a:xfrm>
            <a:off x="1130300" y="6492875"/>
            <a:ext cx="62277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2"/>
          <p:cNvSpPr txBox="1"/>
          <p:nvPr>
            <p:ph type="title"/>
          </p:nvPr>
        </p:nvSpPr>
        <p:spPr>
          <a:xfrm>
            <a:off x="1112332" y="1752599"/>
            <a:ext cx="4070679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32"/>
          <p:cNvSpPr/>
          <p:nvPr>
            <p:ph idx="2" type="pic"/>
          </p:nvPr>
        </p:nvSpPr>
        <p:spPr>
          <a:xfrm>
            <a:off x="5697495" y="914400"/>
            <a:ext cx="2461371" cy="4572000"/>
          </a:xfrm>
          <a:prstGeom prst="roundRect">
            <a:avLst>
              <a:gd fmla="val 4280" name="adj"/>
            </a:avLst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32"/>
          <p:cNvSpPr txBox="1"/>
          <p:nvPr>
            <p:ph idx="1" type="body"/>
          </p:nvPr>
        </p:nvSpPr>
        <p:spPr>
          <a:xfrm>
            <a:off x="1112332" y="3124199"/>
            <a:ext cx="4070679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  <a:defRPr sz="18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/>
        </p:txBody>
      </p:sp>
      <p:sp>
        <p:nvSpPr>
          <p:cNvPr id="86" name="Google Shape;86;p32"/>
          <p:cNvSpPr txBox="1"/>
          <p:nvPr>
            <p:ph idx="10" type="dt"/>
          </p:nvPr>
        </p:nvSpPr>
        <p:spPr>
          <a:xfrm>
            <a:off x="7385050" y="6478588"/>
            <a:ext cx="8572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32"/>
          <p:cNvSpPr txBox="1"/>
          <p:nvPr>
            <p:ph idx="11" type="ftr"/>
          </p:nvPr>
        </p:nvSpPr>
        <p:spPr>
          <a:xfrm>
            <a:off x="1130300" y="6492875"/>
            <a:ext cx="62277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noramic Picture with Caption">
  <p:cSld name="Panoramic Picture with Caption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3"/>
          <p:cNvSpPr txBox="1"/>
          <p:nvPr>
            <p:ph type="title"/>
          </p:nvPr>
        </p:nvSpPr>
        <p:spPr>
          <a:xfrm>
            <a:off x="1113523" y="4732865"/>
            <a:ext cx="7515991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33"/>
          <p:cNvSpPr/>
          <p:nvPr>
            <p:ph idx="2" type="pic"/>
          </p:nvPr>
        </p:nvSpPr>
        <p:spPr>
          <a:xfrm>
            <a:off x="1789975" y="932112"/>
            <a:ext cx="6171065" cy="3164976"/>
          </a:xfrm>
          <a:prstGeom prst="roundRect">
            <a:avLst>
              <a:gd fmla="val 4380" name="adj"/>
            </a:avLst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33"/>
          <p:cNvSpPr txBox="1"/>
          <p:nvPr>
            <p:ph idx="1" type="body"/>
          </p:nvPr>
        </p:nvSpPr>
        <p:spPr>
          <a:xfrm>
            <a:off x="1113523" y="5299603"/>
            <a:ext cx="7515991" cy="493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203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/>
        </p:txBody>
      </p:sp>
      <p:sp>
        <p:nvSpPr>
          <p:cNvPr id="92" name="Google Shape;92;p33"/>
          <p:cNvSpPr txBox="1"/>
          <p:nvPr>
            <p:ph idx="10" type="dt"/>
          </p:nvPr>
        </p:nvSpPr>
        <p:spPr>
          <a:xfrm>
            <a:off x="7385050" y="6478588"/>
            <a:ext cx="8572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33"/>
          <p:cNvSpPr txBox="1"/>
          <p:nvPr>
            <p:ph idx="11" type="ftr"/>
          </p:nvPr>
        </p:nvSpPr>
        <p:spPr>
          <a:xfrm>
            <a:off x="1130300" y="6492875"/>
            <a:ext cx="62277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>
  <p:cSld name="Title and Caption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4"/>
          <p:cNvSpPr txBox="1"/>
          <p:nvPr>
            <p:ph type="title"/>
          </p:nvPr>
        </p:nvSpPr>
        <p:spPr>
          <a:xfrm>
            <a:off x="1113524" y="685800"/>
            <a:ext cx="7515991" cy="30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3200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34"/>
          <p:cNvSpPr txBox="1"/>
          <p:nvPr>
            <p:ph idx="1" type="body"/>
          </p:nvPr>
        </p:nvSpPr>
        <p:spPr>
          <a:xfrm>
            <a:off x="1113524" y="4343400"/>
            <a:ext cx="7515992" cy="14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7" name="Google Shape;97;p34"/>
          <p:cNvSpPr txBox="1"/>
          <p:nvPr>
            <p:ph idx="10" type="dt"/>
          </p:nvPr>
        </p:nvSpPr>
        <p:spPr>
          <a:xfrm>
            <a:off x="7385050" y="6478588"/>
            <a:ext cx="8572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34"/>
          <p:cNvSpPr txBox="1"/>
          <p:nvPr>
            <p:ph idx="11" type="ftr"/>
          </p:nvPr>
        </p:nvSpPr>
        <p:spPr>
          <a:xfrm>
            <a:off x="1130300" y="6492875"/>
            <a:ext cx="62277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5"/>
          <p:cNvSpPr txBox="1"/>
          <p:nvPr/>
        </p:nvSpPr>
        <p:spPr>
          <a:xfrm>
            <a:off x="969963" y="863600"/>
            <a:ext cx="457200" cy="58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Tahoma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35"/>
          <p:cNvSpPr txBox="1"/>
          <p:nvPr/>
        </p:nvSpPr>
        <p:spPr>
          <a:xfrm>
            <a:off x="8172450" y="2819400"/>
            <a:ext cx="457200" cy="58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Tahoma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35"/>
          <p:cNvSpPr txBox="1"/>
          <p:nvPr>
            <p:ph type="title"/>
          </p:nvPr>
        </p:nvSpPr>
        <p:spPr>
          <a:xfrm>
            <a:off x="1426741" y="685801"/>
            <a:ext cx="6974115" cy="2743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3200" cap="none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35"/>
          <p:cNvSpPr txBox="1"/>
          <p:nvPr>
            <p:ph idx="1" type="body"/>
          </p:nvPr>
        </p:nvSpPr>
        <p:spPr>
          <a:xfrm>
            <a:off x="1598235" y="3428999"/>
            <a:ext cx="6631128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Font typeface="Corbel"/>
              <a:buNone/>
              <a:defRPr sz="18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Font typeface="Corbel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Font typeface="Corbel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Font typeface="Corbel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Font typeface="Corbel"/>
              <a:buNone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04" name="Google Shape;104;p35"/>
          <p:cNvSpPr txBox="1"/>
          <p:nvPr>
            <p:ph idx="2" type="body"/>
          </p:nvPr>
        </p:nvSpPr>
        <p:spPr>
          <a:xfrm>
            <a:off x="1113523" y="4343400"/>
            <a:ext cx="7515991" cy="14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5" name="Google Shape;105;p35"/>
          <p:cNvSpPr txBox="1"/>
          <p:nvPr>
            <p:ph idx="10" type="dt"/>
          </p:nvPr>
        </p:nvSpPr>
        <p:spPr>
          <a:xfrm>
            <a:off x="7385050" y="6478588"/>
            <a:ext cx="8572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35"/>
          <p:cNvSpPr txBox="1"/>
          <p:nvPr>
            <p:ph idx="11" type="ftr"/>
          </p:nvPr>
        </p:nvSpPr>
        <p:spPr>
          <a:xfrm>
            <a:off x="1130300" y="6492875"/>
            <a:ext cx="62277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6"/>
          <p:cNvSpPr txBox="1"/>
          <p:nvPr>
            <p:ph type="title"/>
          </p:nvPr>
        </p:nvSpPr>
        <p:spPr>
          <a:xfrm>
            <a:off x="1113525" y="3308581"/>
            <a:ext cx="7515989" cy="146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3200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36"/>
          <p:cNvSpPr txBox="1"/>
          <p:nvPr>
            <p:ph idx="1" type="body"/>
          </p:nvPr>
        </p:nvSpPr>
        <p:spPr>
          <a:xfrm>
            <a:off x="1113524" y="4777381"/>
            <a:ext cx="7515990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0" name="Google Shape;110;p36"/>
          <p:cNvSpPr txBox="1"/>
          <p:nvPr>
            <p:ph idx="10" type="dt"/>
          </p:nvPr>
        </p:nvSpPr>
        <p:spPr>
          <a:xfrm>
            <a:off x="7385050" y="6478588"/>
            <a:ext cx="8572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36"/>
          <p:cNvSpPr txBox="1"/>
          <p:nvPr>
            <p:ph idx="11" type="ftr"/>
          </p:nvPr>
        </p:nvSpPr>
        <p:spPr>
          <a:xfrm>
            <a:off x="1130300" y="6492875"/>
            <a:ext cx="62277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Name Card">
  <p:cSld name="Quote Name Card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7"/>
          <p:cNvSpPr txBox="1"/>
          <p:nvPr/>
        </p:nvSpPr>
        <p:spPr>
          <a:xfrm>
            <a:off x="969963" y="863600"/>
            <a:ext cx="457200" cy="58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Tahoma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37"/>
          <p:cNvSpPr txBox="1"/>
          <p:nvPr/>
        </p:nvSpPr>
        <p:spPr>
          <a:xfrm>
            <a:off x="8172450" y="2819400"/>
            <a:ext cx="457200" cy="58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Tahoma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37"/>
          <p:cNvSpPr txBox="1"/>
          <p:nvPr>
            <p:ph type="title"/>
          </p:nvPr>
        </p:nvSpPr>
        <p:spPr>
          <a:xfrm>
            <a:off x="1426741" y="685801"/>
            <a:ext cx="6974115" cy="2743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3200" cap="none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37"/>
          <p:cNvSpPr txBox="1"/>
          <p:nvPr>
            <p:ph idx="1" type="body"/>
          </p:nvPr>
        </p:nvSpPr>
        <p:spPr>
          <a:xfrm>
            <a:off x="1113525" y="3886200"/>
            <a:ext cx="7515990" cy="88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3480"/>
              <a:buNone/>
              <a:defRPr b="0" sz="2400" cap="none">
                <a:solidFill>
                  <a:schemeClr val="dk1"/>
                </a:solidFill>
              </a:defRPr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17" name="Google Shape;117;p37"/>
          <p:cNvSpPr txBox="1"/>
          <p:nvPr>
            <p:ph idx="2" type="body"/>
          </p:nvPr>
        </p:nvSpPr>
        <p:spPr>
          <a:xfrm>
            <a:off x="1113524" y="4775200"/>
            <a:ext cx="7515990" cy="10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8" name="Google Shape;118;p37"/>
          <p:cNvSpPr txBox="1"/>
          <p:nvPr>
            <p:ph idx="10" type="dt"/>
          </p:nvPr>
        </p:nvSpPr>
        <p:spPr>
          <a:xfrm>
            <a:off x="7385050" y="6478588"/>
            <a:ext cx="8572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37"/>
          <p:cNvSpPr txBox="1"/>
          <p:nvPr>
            <p:ph idx="11" type="ftr"/>
          </p:nvPr>
        </p:nvSpPr>
        <p:spPr>
          <a:xfrm>
            <a:off x="1130300" y="6492875"/>
            <a:ext cx="62277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ue or False">
  <p:cSld name="True or False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8"/>
          <p:cNvSpPr txBox="1"/>
          <p:nvPr>
            <p:ph type="title"/>
          </p:nvPr>
        </p:nvSpPr>
        <p:spPr>
          <a:xfrm>
            <a:off x="1113525" y="685801"/>
            <a:ext cx="7515991" cy="2727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38"/>
          <p:cNvSpPr txBox="1"/>
          <p:nvPr>
            <p:ph idx="1" type="body"/>
          </p:nvPr>
        </p:nvSpPr>
        <p:spPr>
          <a:xfrm>
            <a:off x="1113524" y="3505200"/>
            <a:ext cx="7515992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4060"/>
              <a:buNone/>
              <a:defRPr b="0" sz="2800" cap="none">
                <a:solidFill>
                  <a:schemeClr val="dk1"/>
                </a:solidFill>
              </a:defRPr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23" name="Google Shape;123;p38"/>
          <p:cNvSpPr txBox="1"/>
          <p:nvPr>
            <p:ph idx="2" type="body"/>
          </p:nvPr>
        </p:nvSpPr>
        <p:spPr>
          <a:xfrm>
            <a:off x="1113524" y="4343400"/>
            <a:ext cx="7515992" cy="14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4" name="Google Shape;124;p38"/>
          <p:cNvSpPr txBox="1"/>
          <p:nvPr>
            <p:ph idx="10" type="dt"/>
          </p:nvPr>
        </p:nvSpPr>
        <p:spPr>
          <a:xfrm>
            <a:off x="7385050" y="6478588"/>
            <a:ext cx="8572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38"/>
          <p:cNvSpPr txBox="1"/>
          <p:nvPr>
            <p:ph idx="11" type="ftr"/>
          </p:nvPr>
        </p:nvSpPr>
        <p:spPr>
          <a:xfrm>
            <a:off x="1130300" y="6492875"/>
            <a:ext cx="62277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9"/>
          <p:cNvSpPr txBox="1"/>
          <p:nvPr>
            <p:ph type="title"/>
          </p:nvPr>
        </p:nvSpPr>
        <p:spPr>
          <a:xfrm>
            <a:off x="982663" y="457200"/>
            <a:ext cx="6789737" cy="129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39"/>
          <p:cNvSpPr txBox="1"/>
          <p:nvPr>
            <p:ph idx="1" type="body"/>
          </p:nvPr>
        </p:nvSpPr>
        <p:spPr>
          <a:xfrm rot="5400000">
            <a:off x="2522538" y="274638"/>
            <a:ext cx="4624387" cy="77041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29" name="Google Shape;129;p39"/>
          <p:cNvSpPr txBox="1"/>
          <p:nvPr>
            <p:ph idx="10" type="dt"/>
          </p:nvPr>
        </p:nvSpPr>
        <p:spPr>
          <a:xfrm>
            <a:off x="7385050" y="6478588"/>
            <a:ext cx="8572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39"/>
          <p:cNvSpPr txBox="1"/>
          <p:nvPr>
            <p:ph idx="11" type="ftr"/>
          </p:nvPr>
        </p:nvSpPr>
        <p:spPr>
          <a:xfrm>
            <a:off x="1130300" y="6492875"/>
            <a:ext cx="62277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0"/>
          <p:cNvSpPr txBox="1"/>
          <p:nvPr>
            <p:ph type="title"/>
          </p:nvPr>
        </p:nvSpPr>
        <p:spPr>
          <a:xfrm rot="5400000">
            <a:off x="5412754" y="2574438"/>
            <a:ext cx="5105400" cy="13281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40"/>
          <p:cNvSpPr txBox="1"/>
          <p:nvPr>
            <p:ph idx="1" type="body"/>
          </p:nvPr>
        </p:nvSpPr>
        <p:spPr>
          <a:xfrm rot="5400000">
            <a:off x="1569010" y="230314"/>
            <a:ext cx="5105400" cy="60163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34" name="Google Shape;134;p40"/>
          <p:cNvSpPr txBox="1"/>
          <p:nvPr>
            <p:ph idx="10" type="dt"/>
          </p:nvPr>
        </p:nvSpPr>
        <p:spPr>
          <a:xfrm>
            <a:off x="7385050" y="6478588"/>
            <a:ext cx="8572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40"/>
          <p:cNvSpPr txBox="1"/>
          <p:nvPr>
            <p:ph idx="11" type="ftr"/>
          </p:nvPr>
        </p:nvSpPr>
        <p:spPr>
          <a:xfrm>
            <a:off x="1130300" y="6492875"/>
            <a:ext cx="62277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theme" Target="../theme/theme2.xml"/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1.jp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5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3.xml"/><Relationship Id="rId19" Type="http://schemas.openxmlformats.org/officeDocument/2006/relationships/slideLayout" Target="../slideLayouts/slideLayout17.xml"/><Relationship Id="rId6" Type="http://schemas.openxmlformats.org/officeDocument/2006/relationships/slideLayout" Target="../slideLayouts/slideLayout4.xml"/><Relationship Id="rId18" Type="http://schemas.openxmlformats.org/officeDocument/2006/relationships/slideLayout" Target="../slideLayouts/slideLayout16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3"/>
          <p:cNvGrpSpPr/>
          <p:nvPr/>
        </p:nvGrpSpPr>
        <p:grpSpPr>
          <a:xfrm>
            <a:off x="0" y="0"/>
            <a:ext cx="2132013" cy="6858000"/>
            <a:chOff x="0" y="0"/>
            <a:chExt cx="2132013" cy="6858001"/>
          </a:xfrm>
        </p:grpSpPr>
        <p:sp>
          <p:nvSpPr>
            <p:cNvPr id="11" name="Google Shape;11;p23"/>
            <p:cNvSpPr/>
            <p:nvPr/>
          </p:nvSpPr>
          <p:spPr>
            <a:xfrm>
              <a:off x="0" y="0"/>
              <a:ext cx="1073150" cy="5291138"/>
            </a:xfrm>
            <a:custGeom>
              <a:rect b="b" l="l" r="r" t="t"/>
              <a:pathLst>
                <a:path extrusionOk="0" h="3333" w="676">
                  <a:moveTo>
                    <a:pt x="0" y="3132"/>
                  </a:moveTo>
                  <a:lnTo>
                    <a:pt x="0" y="3312"/>
                  </a:lnTo>
                  <a:lnTo>
                    <a:pt x="126" y="3333"/>
                  </a:lnTo>
                  <a:lnTo>
                    <a:pt x="676" y="0"/>
                  </a:lnTo>
                  <a:lnTo>
                    <a:pt x="514" y="0"/>
                  </a:lnTo>
                  <a:lnTo>
                    <a:pt x="0" y="313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t/>
              </a:r>
              <a:endPara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2" name="Google Shape;12;p23"/>
            <p:cNvSpPr/>
            <p:nvPr/>
          </p:nvSpPr>
          <p:spPr>
            <a:xfrm>
              <a:off x="0" y="0"/>
              <a:ext cx="758825" cy="4624389"/>
            </a:xfrm>
            <a:custGeom>
              <a:rect b="b" l="l" r="r" t="t"/>
              <a:pathLst>
                <a:path extrusionOk="0" h="2913" w="478">
                  <a:moveTo>
                    <a:pt x="478" y="0"/>
                  </a:moveTo>
                  <a:lnTo>
                    <a:pt x="318" y="0"/>
                  </a:lnTo>
                  <a:lnTo>
                    <a:pt x="0" y="1938"/>
                  </a:lnTo>
                  <a:lnTo>
                    <a:pt x="0" y="2913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13" name="Google Shape;13;p23"/>
            <p:cNvSpPr/>
            <p:nvPr/>
          </p:nvSpPr>
          <p:spPr>
            <a:xfrm>
              <a:off x="0" y="5662614"/>
              <a:ext cx="906463" cy="1195387"/>
            </a:xfrm>
            <a:custGeom>
              <a:rect b="b" l="l" r="r" t="t"/>
              <a:pathLst>
                <a:path extrusionOk="0" h="753" w="571">
                  <a:moveTo>
                    <a:pt x="0" y="0"/>
                  </a:moveTo>
                  <a:lnTo>
                    <a:pt x="0" y="12"/>
                  </a:lnTo>
                  <a:lnTo>
                    <a:pt x="538" y="753"/>
                  </a:lnTo>
                  <a:lnTo>
                    <a:pt x="571" y="7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14" name="Google Shape;14;p23"/>
            <p:cNvSpPr/>
            <p:nvPr/>
          </p:nvSpPr>
          <p:spPr>
            <a:xfrm>
              <a:off x="0" y="5295901"/>
              <a:ext cx="1487488" cy="1562100"/>
            </a:xfrm>
            <a:custGeom>
              <a:rect b="b" l="l" r="r" t="t"/>
              <a:pathLst>
                <a:path extrusionOk="0" h="984" w="937">
                  <a:moveTo>
                    <a:pt x="0" y="0"/>
                  </a:moveTo>
                  <a:lnTo>
                    <a:pt x="0" y="3"/>
                  </a:lnTo>
                  <a:lnTo>
                    <a:pt x="901" y="984"/>
                  </a:lnTo>
                  <a:lnTo>
                    <a:pt x="937" y="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44061"/>
            </a:solidFill>
            <a:ln>
              <a:noFill/>
            </a:ln>
          </p:spPr>
        </p:sp>
        <p:sp>
          <p:nvSpPr>
            <p:cNvPr id="15" name="Google Shape;15;p23"/>
            <p:cNvSpPr/>
            <p:nvPr/>
          </p:nvSpPr>
          <p:spPr>
            <a:xfrm>
              <a:off x="0" y="5257801"/>
              <a:ext cx="2132013" cy="1600200"/>
            </a:xfrm>
            <a:custGeom>
              <a:rect b="b" l="l" r="r" t="t"/>
              <a:pathLst>
                <a:path extrusionOk="0" h="1008" w="1343">
                  <a:moveTo>
                    <a:pt x="0" y="24"/>
                  </a:moveTo>
                  <a:lnTo>
                    <a:pt x="937" y="1008"/>
                  </a:lnTo>
                  <a:lnTo>
                    <a:pt x="1343" y="1008"/>
                  </a:lnTo>
                  <a:lnTo>
                    <a:pt x="126" y="21"/>
                  </a:lnTo>
                  <a:lnTo>
                    <a:pt x="0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rgbClr val="366092"/>
            </a:solidFill>
            <a:ln>
              <a:noFill/>
            </a:ln>
          </p:spPr>
        </p:sp>
        <p:sp>
          <p:nvSpPr>
            <p:cNvPr id="16" name="Google Shape;16;p23"/>
            <p:cNvSpPr/>
            <p:nvPr/>
          </p:nvSpPr>
          <p:spPr>
            <a:xfrm>
              <a:off x="0" y="5357814"/>
              <a:ext cx="1377950" cy="1500187"/>
            </a:xfrm>
            <a:custGeom>
              <a:rect b="b" l="l" r="r" t="t"/>
              <a:pathLst>
                <a:path extrusionOk="0" h="945" w="868">
                  <a:moveTo>
                    <a:pt x="0" y="192"/>
                  </a:moveTo>
                  <a:lnTo>
                    <a:pt x="571" y="945"/>
                  </a:lnTo>
                  <a:lnTo>
                    <a:pt x="868" y="945"/>
                  </a:lnTo>
                  <a:lnTo>
                    <a:pt x="0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</p:grpSp>
      <p:sp>
        <p:nvSpPr>
          <p:cNvPr id="17" name="Google Shape;17;p23"/>
          <p:cNvSpPr txBox="1"/>
          <p:nvPr>
            <p:ph type="title"/>
          </p:nvPr>
        </p:nvSpPr>
        <p:spPr>
          <a:xfrm>
            <a:off x="982663" y="457200"/>
            <a:ext cx="6789737" cy="129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" name="Google Shape;18;p23"/>
          <p:cNvSpPr txBox="1"/>
          <p:nvPr>
            <p:ph idx="1" type="body"/>
          </p:nvPr>
        </p:nvSpPr>
        <p:spPr>
          <a:xfrm>
            <a:off x="982663" y="1814513"/>
            <a:ext cx="7704137" cy="46243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44958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376092"/>
              </a:buClr>
              <a:buSzPts val="348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412750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76092"/>
              </a:buClr>
              <a:buSzPts val="29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-394335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76092"/>
              </a:buClr>
              <a:buSzPts val="261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-375919" lvl="3" marL="18288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76092"/>
              </a:buClr>
              <a:buSzPts val="232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-357504" lvl="4" marL="22860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76092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-357504" lvl="5" marL="2743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66092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-357504" lvl="6" marL="3200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66092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-357504" lvl="7" marL="3657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66092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-357504" lvl="8" marL="4114800" marR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366092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9" name="Google Shape;19;p23"/>
          <p:cNvSpPr txBox="1"/>
          <p:nvPr>
            <p:ph idx="10" type="dt"/>
          </p:nvPr>
        </p:nvSpPr>
        <p:spPr>
          <a:xfrm>
            <a:off x="7385050" y="6478588"/>
            <a:ext cx="8572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20" name="Google Shape;20;p23"/>
          <p:cNvSpPr txBox="1"/>
          <p:nvPr>
            <p:ph idx="11" type="ftr"/>
          </p:nvPr>
        </p:nvSpPr>
        <p:spPr>
          <a:xfrm>
            <a:off x="1130300" y="6492875"/>
            <a:ext cx="62277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21" name="Google Shape;21;p23"/>
          <p:cNvSpPr txBox="1"/>
          <p:nvPr>
            <p:ph idx="12" type="sldNum"/>
          </p:nvPr>
        </p:nvSpPr>
        <p:spPr>
          <a:xfrm>
            <a:off x="8245475" y="6478588"/>
            <a:ext cx="4143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" name="Google Shape;22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772400" y="160338"/>
            <a:ext cx="1295400" cy="118903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" name="Google Shape;23;p23"/>
          <p:cNvGrpSpPr/>
          <p:nvPr/>
        </p:nvGrpSpPr>
        <p:grpSpPr>
          <a:xfrm>
            <a:off x="533400" y="1318125"/>
            <a:ext cx="7598156" cy="281579"/>
            <a:chOff x="504" y="3635"/>
            <a:chExt cx="4786" cy="177"/>
          </a:xfrm>
        </p:grpSpPr>
        <p:sp>
          <p:nvSpPr>
            <p:cNvPr id="24" name="Google Shape;24;p23"/>
            <p:cNvSpPr/>
            <p:nvPr/>
          </p:nvSpPr>
          <p:spPr>
            <a:xfrm>
              <a:off x="504" y="3696"/>
              <a:ext cx="4752" cy="48"/>
            </a:xfrm>
            <a:prstGeom prst="rect">
              <a:avLst/>
            </a:prstGeom>
            <a:gradFill>
              <a:gsLst>
                <a:gs pos="0">
                  <a:srgbClr val="B0B6E0"/>
                </a:gs>
                <a:gs pos="100000">
                  <a:srgbClr val="868FD0"/>
                </a:gs>
              </a:gsLst>
              <a:lin ang="0" scaled="0"/>
            </a:gradFill>
            <a:ln>
              <a:noFill/>
            </a:ln>
            <a:effectLst>
              <a:outerShdw rotWithShape="0" algn="ctr" dir="3542175" dist="74053">
                <a:srgbClr val="000060"/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t/>
              </a:r>
              <a:endPara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5" name="Google Shape;25;p23"/>
            <p:cNvSpPr/>
            <p:nvPr/>
          </p:nvSpPr>
          <p:spPr>
            <a:xfrm rot="-7499842">
              <a:off x="5142" y="3646"/>
              <a:ext cx="107" cy="156"/>
            </a:xfrm>
            <a:prstGeom prst="triangle">
              <a:avLst>
                <a:gd fmla="val 0" name="adj"/>
              </a:avLst>
            </a:prstGeom>
            <a:solidFill>
              <a:srgbClr val="868FD0"/>
            </a:solidFill>
            <a:ln>
              <a:noFill/>
            </a:ln>
            <a:effectLst>
              <a:outerShdw rotWithShape="0" algn="ctr" dir="3542175" dist="74053">
                <a:srgbClr val="000060"/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t/>
              </a:r>
              <a:endPara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</p:sldLayoutIdLs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"/>
          <p:cNvSpPr txBox="1"/>
          <p:nvPr>
            <p:ph type="title"/>
          </p:nvPr>
        </p:nvSpPr>
        <p:spPr>
          <a:xfrm>
            <a:off x="1002613" y="2979125"/>
            <a:ext cx="6561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600">
                <a:solidFill>
                  <a:schemeClr val="dk2"/>
                </a:solidFill>
              </a:rPr>
              <a:t>Requirement Analysis</a:t>
            </a:r>
            <a:endParaRPr sz="4600">
              <a:solidFill>
                <a:schemeClr val="dk2"/>
              </a:solidFill>
            </a:endParaRPr>
          </a:p>
        </p:txBody>
      </p:sp>
      <p:sp>
        <p:nvSpPr>
          <p:cNvPr id="141" name="Google Shape;141;p2"/>
          <p:cNvSpPr txBox="1"/>
          <p:nvPr>
            <p:ph idx="12" type="sldNum"/>
          </p:nvPr>
        </p:nvSpPr>
        <p:spPr>
          <a:xfrm>
            <a:off x="8245475" y="6478588"/>
            <a:ext cx="4143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9b9bb94914_0_0"/>
          <p:cNvSpPr txBox="1"/>
          <p:nvPr>
            <p:ph type="title"/>
          </p:nvPr>
        </p:nvSpPr>
        <p:spPr>
          <a:xfrm>
            <a:off x="982663" y="457200"/>
            <a:ext cx="6561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337ED8"/>
                </a:solidFill>
              </a:rPr>
              <a:t>Objectives</a:t>
            </a:r>
            <a:endParaRPr/>
          </a:p>
        </p:txBody>
      </p:sp>
      <p:sp>
        <p:nvSpPr>
          <p:cNvPr descr="Rectangle: Click to edit Master text styles&#10;Second level&#10;Third level&#10;Fourth level&#10;Fifth level" id="147" name="Google Shape;147;g39b9bb94914_0_0"/>
          <p:cNvSpPr txBox="1"/>
          <p:nvPr>
            <p:ph idx="1" type="body"/>
          </p:nvPr>
        </p:nvSpPr>
        <p:spPr>
          <a:xfrm>
            <a:off x="982663" y="1600200"/>
            <a:ext cx="785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770"/>
              <a:buFont typeface="Noto Sans Symbols"/>
              <a:buNone/>
            </a:pPr>
            <a:r>
              <a:rPr lang="en-US" sz="2600"/>
              <a:t>■ Understand how to create a requirements definition.</a:t>
            </a:r>
            <a:endParaRPr/>
          </a:p>
          <a:p>
            <a:pPr indent="-285750" lvl="0" marL="285750" rtl="0" algn="l">
              <a:lnSpc>
                <a:spcPct val="80000"/>
              </a:lnSpc>
              <a:spcBef>
                <a:spcPts val="1120"/>
              </a:spcBef>
              <a:spcAft>
                <a:spcPts val="0"/>
              </a:spcAft>
              <a:buSzPts val="3770"/>
              <a:buFont typeface="Noto Sans Symbols"/>
              <a:buNone/>
            </a:pPr>
            <a:r>
              <a:rPr lang="en-US" sz="2600"/>
              <a:t>■ Become familiar with requirements analysis techniques.</a:t>
            </a:r>
            <a:endParaRPr/>
          </a:p>
          <a:p>
            <a:pPr indent="-285750" lvl="0" marL="285750" rtl="0" algn="l">
              <a:lnSpc>
                <a:spcPct val="80000"/>
              </a:lnSpc>
              <a:spcBef>
                <a:spcPts val="1120"/>
              </a:spcBef>
              <a:spcAft>
                <a:spcPts val="0"/>
              </a:spcAft>
              <a:buSzPts val="3770"/>
              <a:buFont typeface="Noto Sans Symbols"/>
              <a:buNone/>
            </a:pPr>
            <a:r>
              <a:rPr lang="en-US" sz="2600"/>
              <a:t>■ Understand when to use each requirements analysis technique.</a:t>
            </a:r>
            <a:endParaRPr/>
          </a:p>
          <a:p>
            <a:pPr indent="-285750" lvl="0" marL="285750" rtl="0" algn="l">
              <a:lnSpc>
                <a:spcPct val="80000"/>
              </a:lnSpc>
              <a:spcBef>
                <a:spcPts val="1120"/>
              </a:spcBef>
              <a:spcAft>
                <a:spcPts val="0"/>
              </a:spcAft>
              <a:buSzPts val="3770"/>
              <a:buFont typeface="Noto Sans Symbols"/>
              <a:buNone/>
            </a:pPr>
            <a:r>
              <a:rPr lang="en-US" sz="2600"/>
              <a:t>■ Understand what and where to use </a:t>
            </a:r>
            <a:r>
              <a:rPr lang="en-US"/>
              <a:t>REQUIREMENTS ANALYSIS STRATEGIES</a:t>
            </a:r>
            <a:endParaRPr/>
          </a:p>
          <a:p>
            <a:pPr indent="-285750" lvl="0" marL="285750" rtl="0" algn="l">
              <a:lnSpc>
                <a:spcPct val="80000"/>
              </a:lnSpc>
              <a:spcBef>
                <a:spcPts val="1120"/>
              </a:spcBef>
              <a:spcAft>
                <a:spcPts val="0"/>
              </a:spcAft>
              <a:buSzPts val="3770"/>
              <a:buFont typeface="Noto Sans Symbols"/>
              <a:buNone/>
            </a:pPr>
            <a:r>
              <a:t/>
            </a:r>
            <a:endParaRPr sz="2600"/>
          </a:p>
        </p:txBody>
      </p:sp>
      <p:sp>
        <p:nvSpPr>
          <p:cNvPr id="148" name="Google Shape;148;g39b9bb94914_0_0"/>
          <p:cNvSpPr txBox="1"/>
          <p:nvPr>
            <p:ph idx="12" type="sldNum"/>
          </p:nvPr>
        </p:nvSpPr>
        <p:spPr>
          <a:xfrm>
            <a:off x="8245475" y="6478588"/>
            <a:ext cx="414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"/>
          <p:cNvSpPr txBox="1"/>
          <p:nvPr>
            <p:ph idx="1" type="body"/>
          </p:nvPr>
        </p:nvSpPr>
        <p:spPr>
          <a:xfrm>
            <a:off x="982133" y="1600199"/>
            <a:ext cx="7857067" cy="48005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0"/>
              <a:buNone/>
            </a:pPr>
            <a:r>
              <a:rPr b="1" lang="en-US" sz="2800"/>
              <a:t>Segment 1: </a:t>
            </a:r>
            <a:r>
              <a:rPr lang="en-US" sz="2800"/>
              <a:t>Requirements Specification</a:t>
            </a:r>
            <a:endParaRPr b="1" sz="2800"/>
          </a:p>
          <a:p>
            <a:pPr indent="0" lvl="0" marL="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ts val="4060"/>
              <a:buNone/>
            </a:pPr>
            <a:r>
              <a:rPr b="1" lang="en-US" sz="2800"/>
              <a:t>Segment 2: </a:t>
            </a:r>
            <a:r>
              <a:rPr lang="en-US" sz="2800"/>
              <a:t>Requirement Gathering Techniques and Interview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ts val="4060"/>
              <a:buNone/>
            </a:pPr>
            <a:r>
              <a:rPr b="1" lang="en-US" sz="2800"/>
              <a:t>Segment 3</a:t>
            </a:r>
            <a:r>
              <a:rPr lang="en-US" sz="2800"/>
              <a:t>: JOINT APPLICATION DESIGN (JAD)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ts val="4060"/>
              <a:buNone/>
            </a:pPr>
            <a:r>
              <a:rPr b="1" lang="en-US" sz="2800"/>
              <a:t>Segment 4</a:t>
            </a:r>
            <a:r>
              <a:rPr lang="en-US" sz="2800"/>
              <a:t>: Other Requirement Gathering Techniques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ts val="4060"/>
              <a:buNone/>
            </a:pPr>
            <a:r>
              <a:t/>
            </a:r>
            <a:endParaRPr sz="2800"/>
          </a:p>
          <a:p>
            <a:pPr indent="0" lvl="0" marL="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ts val="4060"/>
              <a:buNone/>
            </a:pPr>
            <a:r>
              <a:t/>
            </a:r>
            <a:endParaRPr sz="2800"/>
          </a:p>
          <a:p>
            <a:pPr indent="-27940" lvl="0" marL="28575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ts val="4060"/>
              <a:buNone/>
            </a:pPr>
            <a:r>
              <a:t/>
            </a:r>
            <a:endParaRPr sz="2800"/>
          </a:p>
        </p:txBody>
      </p:sp>
      <p:sp>
        <p:nvSpPr>
          <p:cNvPr id="154" name="Google Shape;154;p3"/>
          <p:cNvSpPr txBox="1"/>
          <p:nvPr>
            <p:ph idx="12" type="sldNum"/>
          </p:nvPr>
        </p:nvSpPr>
        <p:spPr>
          <a:xfrm>
            <a:off x="8245475" y="6478588"/>
            <a:ext cx="4143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4"/>
          <p:cNvSpPr txBox="1"/>
          <p:nvPr>
            <p:ph type="title"/>
          </p:nvPr>
        </p:nvSpPr>
        <p:spPr>
          <a:xfrm>
            <a:off x="982663" y="457200"/>
            <a:ext cx="656113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337ED8"/>
                </a:solidFill>
              </a:rPr>
              <a:t>Key Ideas</a:t>
            </a:r>
            <a:endParaRPr/>
          </a:p>
        </p:txBody>
      </p:sp>
      <p:sp>
        <p:nvSpPr>
          <p:cNvPr descr="Rectangle: Click to edit Master text styles&#10;Second level&#10;Third level&#10;Fourth level&#10;Fifth level" id="161" name="Google Shape;161;p4"/>
          <p:cNvSpPr txBox="1"/>
          <p:nvPr>
            <p:ph idx="1" type="body"/>
          </p:nvPr>
        </p:nvSpPr>
        <p:spPr>
          <a:xfrm>
            <a:off x="982663" y="1600200"/>
            <a:ext cx="7856537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0"/>
              <a:buChar char="•"/>
            </a:pPr>
            <a:r>
              <a:rPr lang="en-US" sz="2800"/>
              <a:t>The goal of the analysis phase is to truly understand the requirements of the new system and develop a system that addresses them.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ts val="4060"/>
              <a:buChar char="•"/>
            </a:pPr>
            <a:r>
              <a:rPr lang="en-US" sz="2800"/>
              <a:t>The first challenge is </a:t>
            </a:r>
            <a:r>
              <a:rPr lang="en-US" sz="2800">
                <a:solidFill>
                  <a:srgbClr val="FF5050"/>
                </a:solidFill>
              </a:rPr>
              <a:t>collecting and integrating the information</a:t>
            </a:r>
            <a:r>
              <a:rPr lang="en-US" sz="2800"/>
              <a:t> 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ts val="4060"/>
              <a:buChar char="•"/>
            </a:pPr>
            <a:r>
              <a:rPr lang="en-US" sz="2800"/>
              <a:t>The second challenge is finding the </a:t>
            </a:r>
            <a:r>
              <a:rPr lang="en-US" sz="2800">
                <a:solidFill>
                  <a:srgbClr val="FF5050"/>
                </a:solidFill>
              </a:rPr>
              <a:t>right people</a:t>
            </a:r>
            <a:r>
              <a:rPr lang="en-US" sz="2800"/>
              <a:t> to participate.</a:t>
            </a:r>
            <a:endParaRPr/>
          </a:p>
          <a:p>
            <a:pPr indent="-27940" lvl="0" marL="28575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ts val="4060"/>
              <a:buNone/>
            </a:pPr>
            <a:r>
              <a:t/>
            </a:r>
            <a:endParaRPr sz="2800"/>
          </a:p>
        </p:txBody>
      </p:sp>
      <p:sp>
        <p:nvSpPr>
          <p:cNvPr id="162" name="Google Shape;162;p4"/>
          <p:cNvSpPr txBox="1"/>
          <p:nvPr>
            <p:ph idx="12" type="sldNum"/>
          </p:nvPr>
        </p:nvSpPr>
        <p:spPr>
          <a:xfrm>
            <a:off x="8245475" y="6478588"/>
            <a:ext cx="4143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5"/>
          <p:cNvSpPr txBox="1"/>
          <p:nvPr>
            <p:ph type="title"/>
          </p:nvPr>
        </p:nvSpPr>
        <p:spPr>
          <a:xfrm>
            <a:off x="982663" y="457200"/>
            <a:ext cx="656113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337ED8"/>
                </a:solidFill>
              </a:rPr>
              <a:t>Analysis Phase</a:t>
            </a:r>
            <a:endParaRPr/>
          </a:p>
        </p:txBody>
      </p:sp>
      <p:sp>
        <p:nvSpPr>
          <p:cNvPr descr="Rectangle: Click to edit Master text styles&#10;Second level&#10;Third level&#10;Fourth level&#10;Fifth level" id="168" name="Google Shape;168;p5"/>
          <p:cNvSpPr txBox="1"/>
          <p:nvPr>
            <p:ph idx="1" type="body"/>
          </p:nvPr>
        </p:nvSpPr>
        <p:spPr>
          <a:xfrm>
            <a:off x="982663" y="1600200"/>
            <a:ext cx="7856537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66412" lvl="0" marL="28575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66092"/>
              </a:buClr>
              <a:buSzPct val="145000"/>
              <a:buFont typeface="Arial"/>
              <a:buChar char="•"/>
            </a:pPr>
            <a:r>
              <a:rPr lang="en-US" sz="2800"/>
              <a:t>This phase takes the general ideas in the system request and</a:t>
            </a:r>
            <a:endParaRPr/>
          </a:p>
          <a:p>
            <a:pPr indent="-269176" lvl="1" marL="742950" rtl="0" algn="l">
              <a:lnSpc>
                <a:spcPct val="80000"/>
              </a:lnSpc>
              <a:spcBef>
                <a:spcPts val="1080"/>
              </a:spcBef>
              <a:spcAft>
                <a:spcPts val="0"/>
              </a:spcAft>
              <a:buClr>
                <a:srgbClr val="366092"/>
              </a:buClr>
              <a:buSzPct val="145000"/>
              <a:buFont typeface="Arial"/>
              <a:buChar char="•"/>
            </a:pPr>
            <a:r>
              <a:rPr lang="en-US" sz="2400"/>
              <a:t>refines them into a detailed requirements definition (this chapter), </a:t>
            </a:r>
            <a:endParaRPr/>
          </a:p>
          <a:p>
            <a:pPr indent="-269176" lvl="1" marL="742950" rtl="0" algn="l">
              <a:lnSpc>
                <a:spcPct val="80000"/>
              </a:lnSpc>
              <a:spcBef>
                <a:spcPts val="1080"/>
              </a:spcBef>
              <a:spcAft>
                <a:spcPts val="0"/>
              </a:spcAft>
              <a:buClr>
                <a:srgbClr val="366092"/>
              </a:buClr>
              <a:buSzPct val="145000"/>
              <a:buFont typeface="Arial"/>
              <a:buChar char="•"/>
            </a:pPr>
            <a:r>
              <a:rPr lang="en-US" sz="2400"/>
              <a:t>functional models</a:t>
            </a:r>
            <a:endParaRPr/>
          </a:p>
          <a:p>
            <a:pPr indent="-269176" lvl="1" marL="742950" rtl="0" algn="l">
              <a:lnSpc>
                <a:spcPct val="80000"/>
              </a:lnSpc>
              <a:spcBef>
                <a:spcPts val="1080"/>
              </a:spcBef>
              <a:spcAft>
                <a:spcPts val="0"/>
              </a:spcAft>
              <a:buClr>
                <a:srgbClr val="366092"/>
              </a:buClr>
              <a:buSzPct val="145000"/>
              <a:buFont typeface="Arial"/>
              <a:buChar char="•"/>
            </a:pPr>
            <a:r>
              <a:rPr lang="en-US" sz="2400"/>
              <a:t>structural models and </a:t>
            </a:r>
            <a:endParaRPr/>
          </a:p>
          <a:p>
            <a:pPr indent="-269176" lvl="1" marL="742950" rtl="0" algn="l">
              <a:lnSpc>
                <a:spcPct val="80000"/>
              </a:lnSpc>
              <a:spcBef>
                <a:spcPts val="1080"/>
              </a:spcBef>
              <a:spcAft>
                <a:spcPts val="0"/>
              </a:spcAft>
              <a:buClr>
                <a:srgbClr val="366092"/>
              </a:buClr>
              <a:buSzPct val="145000"/>
              <a:buFont typeface="Arial"/>
              <a:buChar char="•"/>
            </a:pPr>
            <a:r>
              <a:rPr lang="en-US" sz="2400"/>
              <a:t>behavioral models </a:t>
            </a:r>
            <a:endParaRPr/>
          </a:p>
          <a:p>
            <a:pPr indent="0" lvl="1" marL="678180" rtl="0" algn="l">
              <a:lnSpc>
                <a:spcPct val="80000"/>
              </a:lnSpc>
              <a:spcBef>
                <a:spcPts val="1080"/>
              </a:spcBef>
              <a:spcAft>
                <a:spcPts val="0"/>
              </a:spcAft>
              <a:buClr>
                <a:srgbClr val="366092"/>
              </a:buClr>
              <a:buSzPct val="145000"/>
              <a:buFont typeface="Arial"/>
              <a:buNone/>
            </a:pPr>
            <a:r>
              <a:t/>
            </a:r>
            <a:endParaRPr sz="2400"/>
          </a:p>
          <a:p>
            <a:pPr indent="-266412" lvl="0" marL="285750" rtl="0" algn="l">
              <a:lnSpc>
                <a:spcPct val="80000"/>
              </a:lnSpc>
              <a:spcBef>
                <a:spcPts val="1160"/>
              </a:spcBef>
              <a:spcAft>
                <a:spcPts val="0"/>
              </a:spcAft>
              <a:buClr>
                <a:srgbClr val="366092"/>
              </a:buClr>
              <a:buSzPct val="145000"/>
              <a:buFont typeface="Arial"/>
              <a:buChar char="•"/>
            </a:pPr>
            <a:r>
              <a:rPr lang="en-US" sz="2800"/>
              <a:t>This becomes the system proposal</a:t>
            </a:r>
            <a:endParaRPr/>
          </a:p>
          <a:p>
            <a:pPr indent="-269176" lvl="1" marL="742950" rtl="0" algn="l">
              <a:lnSpc>
                <a:spcPct val="80000"/>
              </a:lnSpc>
              <a:spcBef>
                <a:spcPts val="1080"/>
              </a:spcBef>
              <a:spcAft>
                <a:spcPts val="0"/>
              </a:spcAft>
              <a:buClr>
                <a:srgbClr val="366092"/>
              </a:buClr>
              <a:buSzPct val="145000"/>
              <a:buFont typeface="Arial"/>
              <a:buChar char="•"/>
            </a:pPr>
            <a:r>
              <a:rPr lang="en-US" sz="2400"/>
              <a:t>Includes revised project management deliverables,</a:t>
            </a:r>
            <a:endParaRPr/>
          </a:p>
          <a:p>
            <a:pPr indent="-271937" lvl="2" marL="120015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366092"/>
              </a:buClr>
              <a:buSzPct val="145000"/>
              <a:buFont typeface="Arial"/>
              <a:buChar char="•"/>
            </a:pPr>
            <a:r>
              <a:rPr lang="en-US" sz="2000"/>
              <a:t>feasibility analysis and </a:t>
            </a:r>
            <a:endParaRPr/>
          </a:p>
          <a:p>
            <a:pPr indent="-271937" lvl="2" marL="120015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366092"/>
              </a:buClr>
              <a:buSzPct val="145000"/>
              <a:buFont typeface="Arial"/>
              <a:buChar char="•"/>
            </a:pPr>
            <a:r>
              <a:rPr lang="en-US" sz="2000"/>
              <a:t>workplan</a:t>
            </a:r>
            <a:endParaRPr/>
          </a:p>
        </p:txBody>
      </p:sp>
      <p:sp>
        <p:nvSpPr>
          <p:cNvPr id="169" name="Google Shape;169;p5"/>
          <p:cNvSpPr txBox="1"/>
          <p:nvPr>
            <p:ph idx="12" type="sldNum"/>
          </p:nvPr>
        </p:nvSpPr>
        <p:spPr>
          <a:xfrm>
            <a:off x="8245475" y="6478588"/>
            <a:ext cx="4143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6"/>
          <p:cNvSpPr txBox="1"/>
          <p:nvPr>
            <p:ph type="title"/>
          </p:nvPr>
        </p:nvSpPr>
        <p:spPr>
          <a:xfrm>
            <a:off x="982663" y="457200"/>
            <a:ext cx="656113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337ED8"/>
                </a:solidFill>
              </a:rPr>
              <a:t>Requirement Specification</a:t>
            </a:r>
            <a:endParaRPr/>
          </a:p>
        </p:txBody>
      </p:sp>
      <p:sp>
        <p:nvSpPr>
          <p:cNvPr descr="Rectangle: Click to edit Master text styles&#10;Second level&#10;Third level&#10;Fourth level&#10;Fifth level" id="175" name="Google Shape;175;p6"/>
          <p:cNvSpPr txBox="1"/>
          <p:nvPr>
            <p:ph idx="1" type="body"/>
          </p:nvPr>
        </p:nvSpPr>
        <p:spPr>
          <a:xfrm>
            <a:off x="982663" y="1600200"/>
            <a:ext cx="7856537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2324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4640"/>
              <a:buChar char="•"/>
            </a:pPr>
            <a:r>
              <a:rPr lang="en-US" sz="2600"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b="1" i="1" lang="en-US" sz="2600">
                <a:latin typeface="Calibri"/>
                <a:ea typeface="Calibri"/>
                <a:cs typeface="Calibri"/>
                <a:sym typeface="Calibri"/>
              </a:rPr>
              <a:t>requirement</a:t>
            </a:r>
            <a:r>
              <a:rPr lang="en-US" sz="2600">
                <a:latin typeface="Calibri"/>
                <a:ea typeface="Calibri"/>
                <a:cs typeface="Calibri"/>
                <a:sym typeface="Calibri"/>
              </a:rPr>
              <a:t> is a statement of what the system must do or what characteristics it needs to have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  <a:p>
            <a:pPr indent="-52324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640"/>
              <a:buChar char="•"/>
            </a:pPr>
            <a:r>
              <a:rPr lang="en-US" sz="2600">
                <a:latin typeface="Calibri"/>
                <a:ea typeface="Calibri"/>
                <a:cs typeface="Calibri"/>
                <a:sym typeface="Calibri"/>
              </a:rPr>
              <a:t>Types of requirements: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  <a:p>
            <a:pPr indent="-394335" lvl="1" marL="914400" rtl="0" algn="l">
              <a:spcBef>
                <a:spcPts val="600"/>
              </a:spcBef>
              <a:spcAft>
                <a:spcPts val="0"/>
              </a:spcAft>
              <a:buSzPts val="2610"/>
              <a:buChar char="•"/>
            </a:pPr>
            <a:r>
              <a:rPr lang="en-US"/>
              <a:t>What the business needs (business requirements)</a:t>
            </a:r>
            <a:endParaRPr/>
          </a:p>
          <a:p>
            <a:pPr indent="-394335" lvl="1" marL="914400" rtl="0" algn="l">
              <a:spcBef>
                <a:spcPts val="600"/>
              </a:spcBef>
              <a:spcAft>
                <a:spcPts val="0"/>
              </a:spcAft>
              <a:buSzPts val="2610"/>
              <a:buChar char="•"/>
            </a:pPr>
            <a:r>
              <a:rPr lang="en-US"/>
              <a:t>What the users need to do (user requirements)</a:t>
            </a:r>
            <a:endParaRPr/>
          </a:p>
          <a:p>
            <a:pPr indent="-394335" lvl="1" marL="914400" rtl="0" algn="l">
              <a:spcBef>
                <a:spcPts val="600"/>
              </a:spcBef>
              <a:spcAft>
                <a:spcPts val="0"/>
              </a:spcAft>
              <a:buSzPts val="2610"/>
              <a:buChar char="•"/>
            </a:pPr>
            <a:r>
              <a:rPr lang="en-US"/>
              <a:t>What the software should do (functional requirements)</a:t>
            </a:r>
            <a:endParaRPr/>
          </a:p>
          <a:p>
            <a:pPr indent="-394335" lvl="1" marL="914400" rtl="0" algn="l">
              <a:spcBef>
                <a:spcPts val="600"/>
              </a:spcBef>
              <a:spcAft>
                <a:spcPts val="0"/>
              </a:spcAft>
              <a:buSzPts val="2610"/>
              <a:buChar char="•"/>
            </a:pPr>
            <a:r>
              <a:rPr lang="en-US"/>
              <a:t>Characteristics the system should have (nonfunctional requirements)</a:t>
            </a:r>
            <a:endParaRPr/>
          </a:p>
          <a:p>
            <a:pPr indent="-394335" lvl="1" marL="914400" rtl="0" algn="l">
              <a:spcBef>
                <a:spcPts val="600"/>
              </a:spcBef>
              <a:spcAft>
                <a:spcPts val="0"/>
              </a:spcAft>
              <a:buSzPts val="2610"/>
              <a:buChar char="•"/>
            </a:pPr>
            <a:r>
              <a:rPr lang="en-US"/>
              <a:t>How the system should be built (system requirements)</a:t>
            </a:r>
            <a:endParaRPr sz="3200"/>
          </a:p>
          <a:p>
            <a:pPr indent="0" lvl="0" marL="285750" rtl="0" algn="l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SzPts val="4640"/>
              <a:buNone/>
            </a:pPr>
            <a:r>
              <a:t/>
            </a:r>
            <a:endParaRPr sz="3200"/>
          </a:p>
        </p:txBody>
      </p:sp>
      <p:sp>
        <p:nvSpPr>
          <p:cNvPr id="176" name="Google Shape;176;p6"/>
          <p:cNvSpPr txBox="1"/>
          <p:nvPr>
            <p:ph idx="12" type="sldNum"/>
          </p:nvPr>
        </p:nvSpPr>
        <p:spPr>
          <a:xfrm>
            <a:off x="8245475" y="6478588"/>
            <a:ext cx="4143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7"/>
          <p:cNvSpPr txBox="1"/>
          <p:nvPr>
            <p:ph type="title"/>
          </p:nvPr>
        </p:nvSpPr>
        <p:spPr>
          <a:xfrm>
            <a:off x="982663" y="457200"/>
            <a:ext cx="656113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600">
                <a:solidFill>
                  <a:srgbClr val="337ED8"/>
                </a:solidFill>
              </a:rPr>
              <a:t>Functional Requirements</a:t>
            </a:r>
            <a:endParaRPr/>
          </a:p>
        </p:txBody>
      </p:sp>
      <p:sp>
        <p:nvSpPr>
          <p:cNvPr descr="Rectangle: Click to edit Master text styles&#10;Second level&#10;Third level&#10;Fourth level&#10;Fifth level" id="182" name="Google Shape;182;p7"/>
          <p:cNvSpPr txBox="1"/>
          <p:nvPr>
            <p:ph idx="1" type="body"/>
          </p:nvPr>
        </p:nvSpPr>
        <p:spPr>
          <a:xfrm>
            <a:off x="982663" y="1600200"/>
            <a:ext cx="7856537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8641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406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A process the system should perform as a part of supporting a user task, or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8641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6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Information the system should provide as the user performs a task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8641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6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Specify the support the system will provide to the user in fulfilling his/her work tasks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just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  <a:p>
            <a:pPr indent="-27940" lvl="0" marL="285750" rtl="0" algn="just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ts val="4060"/>
              <a:buNone/>
            </a:pPr>
            <a:r>
              <a:t/>
            </a:r>
            <a:endParaRPr sz="2800"/>
          </a:p>
        </p:txBody>
      </p:sp>
      <p:sp>
        <p:nvSpPr>
          <p:cNvPr id="183" name="Google Shape;183;p7"/>
          <p:cNvSpPr txBox="1"/>
          <p:nvPr>
            <p:ph idx="12" type="sldNum"/>
          </p:nvPr>
        </p:nvSpPr>
        <p:spPr>
          <a:xfrm>
            <a:off x="8245475" y="6478588"/>
            <a:ext cx="4143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2ff2c634373_0_2"/>
          <p:cNvSpPr txBox="1"/>
          <p:nvPr>
            <p:ph type="title"/>
          </p:nvPr>
        </p:nvSpPr>
        <p:spPr>
          <a:xfrm>
            <a:off x="982663" y="457200"/>
            <a:ext cx="6561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600">
                <a:solidFill>
                  <a:srgbClr val="337ED8"/>
                </a:solidFill>
              </a:rPr>
              <a:t>Non-</a:t>
            </a:r>
            <a:r>
              <a:rPr lang="en-US" sz="3600">
                <a:solidFill>
                  <a:srgbClr val="337ED8"/>
                </a:solidFill>
              </a:rPr>
              <a:t>Functional Requirements</a:t>
            </a:r>
            <a:endParaRPr/>
          </a:p>
        </p:txBody>
      </p:sp>
      <p:sp>
        <p:nvSpPr>
          <p:cNvPr descr="Rectangle: Click to edit Master text styles&#10;Second level&#10;Third level&#10;Fourth level&#10;Fifth level" id="189" name="Google Shape;189;g2ff2c634373_0_2"/>
          <p:cNvSpPr txBox="1"/>
          <p:nvPr>
            <p:ph idx="1" type="body"/>
          </p:nvPr>
        </p:nvSpPr>
        <p:spPr>
          <a:xfrm>
            <a:off x="982663" y="1600200"/>
            <a:ext cx="785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94335" lvl="0" marL="457200" rtl="0" algn="l"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lang="en-US"/>
              <a:t>Nonfunctional requirements are “the quality attributes, design, and implementation constraints, and external interfaces which a product must have”.</a:t>
            </a:r>
            <a:endParaRPr/>
          </a:p>
          <a:p>
            <a:pPr indent="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94335" lvl="0" marL="457200" rtl="0" algn="l"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lang="en-US"/>
              <a:t>This requirement category includes important behavioral properties that the system must have</a:t>
            </a:r>
            <a:endParaRPr/>
          </a:p>
          <a:p>
            <a:pPr indent="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94335" lvl="0" marL="457200" rtl="0" algn="l"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lang="en-US"/>
              <a:t>Behavioral properties the system must have</a:t>
            </a:r>
            <a:endParaRPr/>
          </a:p>
          <a:p>
            <a:pPr indent="-375285" lvl="0" marL="914400" rtl="0" algn="l">
              <a:spcBef>
                <a:spcPts val="0"/>
              </a:spcBef>
              <a:spcAft>
                <a:spcPts val="0"/>
              </a:spcAft>
              <a:buSzPts val="2310"/>
              <a:buChar char="•"/>
            </a:pPr>
            <a:r>
              <a:rPr lang="en-US" sz="2100"/>
              <a:t>Operational – physical and technical operating environment</a:t>
            </a:r>
            <a:endParaRPr sz="2100"/>
          </a:p>
          <a:p>
            <a:pPr indent="-375285" lvl="0" marL="914400" rtl="0" algn="l">
              <a:spcBef>
                <a:spcPts val="0"/>
              </a:spcBef>
              <a:spcAft>
                <a:spcPts val="0"/>
              </a:spcAft>
              <a:buSzPts val="2310"/>
              <a:buChar char="•"/>
            </a:pPr>
            <a:r>
              <a:rPr lang="en-US" sz="2100"/>
              <a:t>Performance – speed, capacity, and reliability needs</a:t>
            </a:r>
            <a:endParaRPr sz="2100"/>
          </a:p>
          <a:p>
            <a:pPr indent="-375285" lvl="0" marL="914400" rtl="0" algn="l">
              <a:spcBef>
                <a:spcPts val="0"/>
              </a:spcBef>
              <a:spcAft>
                <a:spcPts val="0"/>
              </a:spcAft>
              <a:buSzPts val="2310"/>
              <a:buChar char="•"/>
            </a:pPr>
            <a:r>
              <a:rPr lang="en-US" sz="2100"/>
              <a:t>Security – access restrictions, needed safeguards</a:t>
            </a:r>
            <a:endParaRPr sz="2100"/>
          </a:p>
          <a:p>
            <a:pPr indent="-375285" lvl="0" marL="914400" rtl="0" algn="l">
              <a:spcBef>
                <a:spcPts val="0"/>
              </a:spcBef>
              <a:spcAft>
                <a:spcPts val="0"/>
              </a:spcAft>
              <a:buSzPts val="2310"/>
              <a:buChar char="•"/>
            </a:pPr>
            <a:r>
              <a:rPr lang="en-US" sz="2100"/>
              <a:t>Cultural and political – issues that will affect the final system</a:t>
            </a:r>
            <a:endParaRPr sz="21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SzPts val="4060"/>
              <a:buNone/>
            </a:pPr>
            <a:r>
              <a:t/>
            </a:r>
            <a:endParaRPr/>
          </a:p>
        </p:txBody>
      </p:sp>
      <p:sp>
        <p:nvSpPr>
          <p:cNvPr id="190" name="Google Shape;190;g2ff2c634373_0_2"/>
          <p:cNvSpPr txBox="1"/>
          <p:nvPr>
            <p:ph idx="12" type="sldNum"/>
          </p:nvPr>
        </p:nvSpPr>
        <p:spPr>
          <a:xfrm>
            <a:off x="8245475" y="6478588"/>
            <a:ext cx="414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8"/>
          <p:cNvSpPr txBox="1"/>
          <p:nvPr>
            <p:ph type="title"/>
          </p:nvPr>
        </p:nvSpPr>
        <p:spPr>
          <a:xfrm>
            <a:off x="914400" y="304799"/>
            <a:ext cx="6789737" cy="129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38888"/>
              <a:buNone/>
            </a:pPr>
            <a:r>
              <a:rPr lang="en-US">
                <a:solidFill>
                  <a:srgbClr val="337ED8"/>
                </a:solidFill>
              </a:rPr>
              <a:t>Functional Requirements example</a:t>
            </a:r>
            <a:endParaRPr/>
          </a:p>
        </p:txBody>
      </p:sp>
      <p:pic>
        <p:nvPicPr>
          <p:cNvPr descr="Screen Clipping" id="196" name="Google Shape;19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600199"/>
            <a:ext cx="8839200" cy="49889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9"/>
          <p:cNvSpPr txBox="1"/>
          <p:nvPr>
            <p:ph type="title"/>
          </p:nvPr>
        </p:nvSpPr>
        <p:spPr>
          <a:xfrm>
            <a:off x="685800" y="152400"/>
            <a:ext cx="7086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3209"/>
              <a:buNone/>
            </a:pPr>
            <a:r>
              <a:rPr lang="en-US" sz="3600">
                <a:solidFill>
                  <a:srgbClr val="337ED8"/>
                </a:solidFill>
              </a:rPr>
              <a:t>Nonfunctional Requirements example</a:t>
            </a:r>
            <a:endParaRPr/>
          </a:p>
        </p:txBody>
      </p:sp>
      <p:pic>
        <p:nvPicPr>
          <p:cNvPr descr="Screen Clipping" id="202" name="Google Shape;20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600200"/>
            <a:ext cx="8839200" cy="51467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0"/>
          <p:cNvSpPr txBox="1"/>
          <p:nvPr>
            <p:ph type="title"/>
          </p:nvPr>
        </p:nvSpPr>
        <p:spPr>
          <a:xfrm>
            <a:off x="363000" y="338476"/>
            <a:ext cx="77724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3209"/>
              <a:buNone/>
            </a:pPr>
            <a:r>
              <a:rPr lang="en-US" sz="3600"/>
              <a:t>Types of Nonfunctional Requirements</a:t>
            </a:r>
            <a:endParaRPr/>
          </a:p>
        </p:txBody>
      </p:sp>
      <p:sp>
        <p:nvSpPr>
          <p:cNvPr id="208" name="Google Shape;208;p10"/>
          <p:cNvSpPr txBox="1"/>
          <p:nvPr>
            <p:ph idx="12" type="sldNum"/>
          </p:nvPr>
        </p:nvSpPr>
        <p:spPr>
          <a:xfrm>
            <a:off x="8245475" y="6478588"/>
            <a:ext cx="4143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/>
          </a:p>
        </p:txBody>
      </p:sp>
      <p:graphicFrame>
        <p:nvGraphicFramePr>
          <p:cNvPr descr="Table is accessible to screenreaders." id="209" name="Google Shape;209;p10"/>
          <p:cNvGraphicFramePr/>
          <p:nvPr/>
        </p:nvGraphicFramePr>
        <p:xfrm>
          <a:off x="44325" y="11590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{22CA81B7-D78E-4853-B8CF-05A131E27387}</a:tableStyleId>
              </a:tblPr>
              <a:tblGrid>
                <a:gridCol w="1306925"/>
                <a:gridCol w="2333200"/>
                <a:gridCol w="5459550"/>
              </a:tblGrid>
              <a:tr h="109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 u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Requirement</a:t>
                      </a:r>
                      <a:endParaRPr sz="1400"/>
                    </a:p>
                  </a:txBody>
                  <a:tcPr marT="45725" marB="45725" marR="130650" marL="130650" anchor="b"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 u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Description</a:t>
                      </a:r>
                      <a:endParaRPr sz="1400"/>
                    </a:p>
                  </a:txBody>
                  <a:tcPr marT="45725" marB="45725" marR="130650" marL="130650" anchor="b"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 u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Examples</a:t>
                      </a:r>
                      <a:endParaRPr sz="1400"/>
                    </a:p>
                  </a:txBody>
                  <a:tcPr marT="45725" marB="45725" marR="130650" marL="130650" anchor="b"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986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Operational</a:t>
                      </a:r>
                      <a:endParaRPr sz="1400"/>
                    </a:p>
                  </a:txBody>
                  <a:tcPr marT="45725" marB="45725" marR="130650" marL="1306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The physical and technical environments in which the system will operate</a:t>
                      </a:r>
                      <a:endParaRPr sz="1400"/>
                    </a:p>
                  </a:txBody>
                  <a:tcPr marT="45725" marB="45725" marR="130650" marL="1306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291599" lvl="0" marL="291599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•"/>
                      </a:pPr>
                      <a:r>
                        <a:rPr b="0" i="0" lang="en-US" sz="14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The system will run on </a:t>
                      </a:r>
                      <a:r>
                        <a:rPr lang="en-US"/>
                        <a:t>Android</a:t>
                      </a:r>
                      <a:r>
                        <a:rPr b="0" i="0" lang="en-US" sz="14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mobile devices.</a:t>
                      </a:r>
                      <a:endParaRPr/>
                    </a:p>
                    <a:p>
                      <a:pPr indent="-291599" lvl="0" marL="291599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•"/>
                      </a:pPr>
                      <a:r>
                        <a:rPr b="0" i="0" lang="en-US" sz="14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The system should be able to integrate with the existing inventory system.</a:t>
                      </a:r>
                      <a:endParaRPr/>
                    </a:p>
                    <a:p>
                      <a:pPr indent="-291599" lvl="0" marL="291599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•"/>
                      </a:pPr>
                      <a:r>
                        <a:rPr b="0" i="0" lang="en-US" sz="14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The system should be compatible with any Web browser.</a:t>
                      </a:r>
                      <a:endParaRPr sz="1400"/>
                    </a:p>
                  </a:txBody>
                  <a:tcPr marT="45725" marB="45725" marR="130650" marL="1306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877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Performance</a:t>
                      </a:r>
                      <a:endParaRPr sz="1400"/>
                    </a:p>
                  </a:txBody>
                  <a:tcPr marT="45725" marB="45725" marR="130650" marL="1306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The speed, capacity, and reliability of the system</a:t>
                      </a:r>
                      <a:endParaRPr sz="1400"/>
                    </a:p>
                  </a:txBody>
                  <a:tcPr marT="45725" marB="45725" marR="130650" marL="1306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291599" lvl="0" marL="291599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•"/>
                      </a:pPr>
                      <a:r>
                        <a:rPr b="0" i="0" lang="en-US" sz="14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Any interaction between the user and the system should not exceed 2 seconds.</a:t>
                      </a:r>
                      <a:endParaRPr/>
                    </a:p>
                    <a:p>
                      <a:pPr indent="-291599" lvl="0" marL="291599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•"/>
                      </a:pPr>
                      <a:r>
                        <a:rPr b="0" i="0" lang="en-US" sz="14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The system downloads new status parameters within 5 minutes of a change.</a:t>
                      </a:r>
                      <a:endParaRPr/>
                    </a:p>
                    <a:p>
                      <a:pPr indent="-291599" lvl="0" marL="291599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•"/>
                      </a:pPr>
                      <a:r>
                        <a:rPr b="0" i="0" lang="en-US" sz="14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The system should be available for use 24 hours per day, 365 days per year.</a:t>
                      </a:r>
                      <a:endParaRPr/>
                    </a:p>
                    <a:p>
                      <a:pPr indent="-291599" lvl="0" marL="291599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•"/>
                      </a:pPr>
                      <a:r>
                        <a:rPr b="0" i="0" lang="en-US" sz="14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The system supports 300 simultaneous users from 9–11 a.m.; 150 simultaneous users at all other times.</a:t>
                      </a:r>
                      <a:endParaRPr sz="1400"/>
                    </a:p>
                  </a:txBody>
                  <a:tcPr marT="45725" marB="45725" marR="130650" marL="1306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815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Security</a:t>
                      </a:r>
                      <a:endParaRPr b="0" i="0" sz="14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127575" marL="127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Who has authorized access to the system under what circumstances</a:t>
                      </a:r>
                      <a:endParaRPr b="0" i="0" sz="14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127575" marL="127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291599" lvl="0" marL="291599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•"/>
                      </a:pPr>
                      <a:r>
                        <a:rPr b="0" i="0" lang="en-US" sz="14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Only direct managers can see staff personnel records.</a:t>
                      </a:r>
                      <a:endParaRPr/>
                    </a:p>
                    <a:p>
                      <a:pPr indent="-291599" lvl="0" marL="291599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•"/>
                      </a:pPr>
                      <a:r>
                        <a:rPr b="0" i="0" lang="en-US" sz="14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Technicians can see only their own work assignments.</a:t>
                      </a:r>
                      <a:endParaRPr/>
                    </a:p>
                    <a:p>
                      <a:pPr indent="-291599" lvl="0" marL="291599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•"/>
                      </a:pPr>
                      <a:r>
                        <a:rPr b="0" i="0" lang="en-US" sz="14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The system includes all available safeguards from viruses, worms, Trojan horses, etc.</a:t>
                      </a:r>
                      <a:endParaRPr b="0" i="0" sz="14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127575" marL="127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553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Cultural and Political</a:t>
                      </a:r>
                      <a:endParaRPr b="0" i="0" sz="14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127575" marL="127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Cultural and political factors and legal requirements that affect the system</a:t>
                      </a:r>
                      <a:endParaRPr b="0" i="0" sz="14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127575" marL="127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291599" lvl="0" marL="291599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•"/>
                      </a:pPr>
                      <a:r>
                        <a:rPr b="0" i="0" lang="en-US" sz="14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The system should be able to distinguish between US currency and currency from other nations.</a:t>
                      </a:r>
                      <a:endParaRPr/>
                    </a:p>
                    <a:p>
                      <a:pPr indent="-291599" lvl="0" marL="291599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•"/>
                      </a:pPr>
                      <a:r>
                        <a:rPr b="0" i="0" lang="en-US" sz="14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Company policy is to buy computers only from Dell.</a:t>
                      </a:r>
                      <a:endParaRPr/>
                    </a:p>
                    <a:p>
                      <a:pPr indent="-291599" lvl="0" marL="291599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•"/>
                      </a:pPr>
                      <a:r>
                        <a:rPr b="0" i="0" lang="en-US" sz="14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Country managers are permitted to authorize custom user interfaces within their units.</a:t>
                      </a:r>
                      <a:endParaRPr/>
                    </a:p>
                    <a:p>
                      <a:pPr indent="-291599" lvl="0" marL="291599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•"/>
                      </a:pPr>
                      <a:r>
                        <a:rPr b="0" i="0" lang="en-US" sz="14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Personal information is protected in compliance with the Data Protection Act.</a:t>
                      </a:r>
                      <a:endParaRPr b="0" i="0" sz="14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127575" marL="127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Rectangle: Click to edit Master text styles&#10;Second level&#10;Third level&#10;Fourth level&#10;Fifth level" id="214" name="Google Shape;214;p11"/>
          <p:cNvSpPr txBox="1"/>
          <p:nvPr>
            <p:ph idx="1" type="body"/>
          </p:nvPr>
        </p:nvSpPr>
        <p:spPr>
          <a:xfrm>
            <a:off x="982663" y="1600200"/>
            <a:ext cx="7856537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477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/>
          </a:p>
        </p:txBody>
      </p:sp>
      <p:pic>
        <p:nvPicPr>
          <p:cNvPr descr="Screen Clipping" id="215" name="Google Shape;215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6213" y="1417638"/>
            <a:ext cx="8791575" cy="5211762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11"/>
          <p:cNvSpPr txBox="1"/>
          <p:nvPr>
            <p:ph idx="12" type="sldNum"/>
          </p:nvPr>
        </p:nvSpPr>
        <p:spPr>
          <a:xfrm>
            <a:off x="8245475" y="6478588"/>
            <a:ext cx="4143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/>
          </a:p>
        </p:txBody>
      </p:sp>
      <p:sp>
        <p:nvSpPr>
          <p:cNvPr id="217" name="Google Shape;217;p11"/>
          <p:cNvSpPr txBox="1"/>
          <p:nvPr/>
        </p:nvSpPr>
        <p:spPr>
          <a:xfrm>
            <a:off x="6452968" y="6522522"/>
            <a:ext cx="198644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End of segment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Rectangle: Click to edit Master text styles&#10;Second level&#10;Third level&#10;Fourth level&#10;Fifth level" id="223" name="Google Shape;223;p13"/>
          <p:cNvSpPr txBox="1"/>
          <p:nvPr>
            <p:ph idx="1" type="body"/>
          </p:nvPr>
        </p:nvSpPr>
        <p:spPr>
          <a:xfrm>
            <a:off x="982663" y="2667000"/>
            <a:ext cx="7856537" cy="37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40"/>
              <a:buFont typeface="Arial"/>
              <a:buNone/>
            </a:pPr>
            <a:r>
              <a:rPr b="1" lang="en-US" sz="3200"/>
              <a:t>Segment 2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None/>
            </a:pPr>
            <a:r>
              <a:rPr lang="en-US"/>
              <a:t>REQUIREMENTS ANALYSIS STRATEGIES</a:t>
            </a:r>
            <a:endParaRPr/>
          </a:p>
        </p:txBody>
      </p:sp>
      <p:sp>
        <p:nvSpPr>
          <p:cNvPr id="224" name="Google Shape;224;p13"/>
          <p:cNvSpPr txBox="1"/>
          <p:nvPr>
            <p:ph idx="12" type="sldNum"/>
          </p:nvPr>
        </p:nvSpPr>
        <p:spPr>
          <a:xfrm>
            <a:off x="8245475" y="6478588"/>
            <a:ext cx="4143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2"/>
          <p:cNvSpPr txBox="1"/>
          <p:nvPr>
            <p:ph type="title"/>
          </p:nvPr>
        </p:nvSpPr>
        <p:spPr>
          <a:xfrm>
            <a:off x="982133" y="228600"/>
            <a:ext cx="6561667" cy="1142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200">
                <a:solidFill>
                  <a:srgbClr val="337ED8"/>
                </a:solidFill>
              </a:rPr>
              <a:t>Requirement Gathering Techniques</a:t>
            </a:r>
            <a:endParaRPr sz="3200">
              <a:solidFill>
                <a:srgbClr val="337ED8"/>
              </a:solidFill>
            </a:endParaRPr>
          </a:p>
        </p:txBody>
      </p:sp>
      <p:sp>
        <p:nvSpPr>
          <p:cNvPr id="230" name="Google Shape;230;p12"/>
          <p:cNvSpPr txBox="1"/>
          <p:nvPr>
            <p:ph idx="1" type="body"/>
          </p:nvPr>
        </p:nvSpPr>
        <p:spPr>
          <a:xfrm>
            <a:off x="982125" y="1963675"/>
            <a:ext cx="8027100" cy="12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907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An analyst search for requirements using a variety of techniques</a:t>
            </a:r>
            <a:endParaRPr sz="1800"/>
          </a:p>
          <a:p>
            <a:pPr indent="-17907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Make sure that the current business processes and the needs for the new system are well understood before moving into design.</a:t>
            </a:r>
            <a:endParaRPr sz="1800"/>
          </a:p>
          <a:p>
            <a:pPr indent="-17907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Five most commonly used requirements elicitation techniques:</a:t>
            </a:r>
            <a:endParaRPr sz="1800"/>
          </a:p>
          <a:p>
            <a:pPr indent="-38735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Corbel"/>
              <a:buAutoNum type="arabicPeriod"/>
            </a:pPr>
            <a:r>
              <a:rPr lang="en-US" sz="1800"/>
              <a:t>Interviews</a:t>
            </a:r>
            <a:endParaRPr sz="1800"/>
          </a:p>
          <a:p>
            <a:pPr indent="-38735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Corbel"/>
              <a:buAutoNum type="arabicPeriod"/>
            </a:pPr>
            <a:r>
              <a:rPr lang="en-US" sz="1800"/>
              <a:t>JAD sessions</a:t>
            </a:r>
            <a:endParaRPr sz="1800"/>
          </a:p>
          <a:p>
            <a:pPr indent="-38735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Corbel"/>
              <a:buAutoNum type="arabicPeriod"/>
            </a:pPr>
            <a:r>
              <a:rPr lang="en-US" sz="1800"/>
              <a:t>Questionnaires</a:t>
            </a:r>
            <a:endParaRPr sz="1800"/>
          </a:p>
          <a:p>
            <a:pPr indent="-38735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Corbel"/>
              <a:buAutoNum type="arabicPeriod"/>
            </a:pPr>
            <a:r>
              <a:rPr lang="en-US" sz="1800"/>
              <a:t>Document analysis</a:t>
            </a:r>
            <a:endParaRPr sz="1800"/>
          </a:p>
          <a:p>
            <a:pPr indent="-38735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Corbel"/>
              <a:buAutoNum type="arabicPeriod"/>
            </a:pPr>
            <a:r>
              <a:rPr lang="en-US" sz="1800"/>
              <a:t>Observation.</a:t>
            </a:r>
            <a:endParaRPr sz="1800"/>
          </a:p>
        </p:txBody>
      </p:sp>
      <p:sp>
        <p:nvSpPr>
          <p:cNvPr id="231" name="Google Shape;231;p12"/>
          <p:cNvSpPr txBox="1"/>
          <p:nvPr>
            <p:ph idx="12" type="sldNum"/>
          </p:nvPr>
        </p:nvSpPr>
        <p:spPr>
          <a:xfrm>
            <a:off x="8245475" y="6478588"/>
            <a:ext cx="4143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31b7e05985_0_0"/>
          <p:cNvSpPr txBox="1"/>
          <p:nvPr>
            <p:ph idx="1" type="body"/>
          </p:nvPr>
        </p:nvSpPr>
        <p:spPr>
          <a:xfrm>
            <a:off x="982133" y="1600199"/>
            <a:ext cx="7857000" cy="48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108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108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108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3480"/>
              <a:buFont typeface="Arial"/>
              <a:buNone/>
            </a:pPr>
            <a:r>
              <a:rPr lang="en-US"/>
              <a:t>REQUIREMENTS ANALYSIS STRATEGIES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g331b7e05985_0_0"/>
          <p:cNvSpPr txBox="1"/>
          <p:nvPr>
            <p:ph idx="12" type="sldNum"/>
          </p:nvPr>
        </p:nvSpPr>
        <p:spPr>
          <a:xfrm>
            <a:off x="8245475" y="6478588"/>
            <a:ext cx="4143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4"/>
          <p:cNvSpPr txBox="1"/>
          <p:nvPr>
            <p:ph type="title"/>
          </p:nvPr>
        </p:nvSpPr>
        <p:spPr>
          <a:xfrm>
            <a:off x="982133" y="457201"/>
            <a:ext cx="6561667" cy="1142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Problem Analysis</a:t>
            </a:r>
            <a:endParaRPr/>
          </a:p>
        </p:txBody>
      </p:sp>
      <p:sp>
        <p:nvSpPr>
          <p:cNvPr id="245" name="Google Shape;245;p14"/>
          <p:cNvSpPr txBox="1"/>
          <p:nvPr>
            <p:ph idx="1" type="body"/>
          </p:nvPr>
        </p:nvSpPr>
        <p:spPr>
          <a:xfrm>
            <a:off x="982133" y="1600199"/>
            <a:ext cx="7857067" cy="48005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4640" lvl="0" marL="28575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640"/>
              <a:buChar char="•"/>
            </a:pPr>
            <a:r>
              <a:rPr lang="en-US" sz="3200"/>
              <a:t>Ask users to identify problems and solutions</a:t>
            </a:r>
            <a:endParaRPr/>
          </a:p>
          <a:p>
            <a:pPr indent="-294640" lvl="0" marL="285750" rtl="0" algn="l">
              <a:lnSpc>
                <a:spcPct val="80000"/>
              </a:lnSpc>
              <a:spcBef>
                <a:spcPts val="1240"/>
              </a:spcBef>
              <a:spcAft>
                <a:spcPts val="0"/>
              </a:spcAft>
              <a:buSzPts val="4640"/>
              <a:buChar char="•"/>
            </a:pPr>
            <a:r>
              <a:rPr lang="en-US" sz="3200"/>
              <a:t>Improvements tend to be small and incremental</a:t>
            </a:r>
            <a:endParaRPr/>
          </a:p>
          <a:p>
            <a:pPr indent="-294640" lvl="0" marL="285750" rtl="0" algn="l">
              <a:lnSpc>
                <a:spcPct val="80000"/>
              </a:lnSpc>
              <a:spcBef>
                <a:spcPts val="1240"/>
              </a:spcBef>
              <a:spcAft>
                <a:spcPts val="0"/>
              </a:spcAft>
              <a:buSzPts val="4640"/>
              <a:buChar char="•"/>
            </a:pPr>
            <a:r>
              <a:rPr lang="en-US" sz="3200"/>
              <a:t>Rarely finds improvements with significant business value</a:t>
            </a:r>
            <a:endParaRPr/>
          </a:p>
        </p:txBody>
      </p:sp>
      <p:sp>
        <p:nvSpPr>
          <p:cNvPr id="246" name="Google Shape;246;p14"/>
          <p:cNvSpPr txBox="1"/>
          <p:nvPr>
            <p:ph idx="12" type="sldNum"/>
          </p:nvPr>
        </p:nvSpPr>
        <p:spPr>
          <a:xfrm>
            <a:off x="8245475" y="6478588"/>
            <a:ext cx="4143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5"/>
          <p:cNvSpPr txBox="1"/>
          <p:nvPr>
            <p:ph type="title"/>
          </p:nvPr>
        </p:nvSpPr>
        <p:spPr>
          <a:xfrm>
            <a:off x="982133" y="457201"/>
            <a:ext cx="6561667" cy="1142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Root Cause Analysis</a:t>
            </a:r>
            <a:endParaRPr/>
          </a:p>
        </p:txBody>
      </p:sp>
      <p:sp>
        <p:nvSpPr>
          <p:cNvPr id="253" name="Google Shape;253;p15"/>
          <p:cNvSpPr txBox="1"/>
          <p:nvPr>
            <p:ph idx="1" type="body"/>
          </p:nvPr>
        </p:nvSpPr>
        <p:spPr>
          <a:xfrm>
            <a:off x="982133" y="1600199"/>
            <a:ext cx="7857067" cy="48005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4640" lvl="0" marL="28575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640"/>
              <a:buChar char="•"/>
            </a:pPr>
            <a:r>
              <a:rPr lang="en-US" sz="3200"/>
              <a:t>Users are not asked for solutions, but for: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1160"/>
              </a:spcBef>
              <a:spcAft>
                <a:spcPts val="0"/>
              </a:spcAft>
              <a:buSzPts val="4060"/>
              <a:buChar char="•"/>
            </a:pPr>
            <a:r>
              <a:rPr lang="en-US" sz="2800"/>
              <a:t>A list of (prioritized) problems.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1160"/>
              </a:spcBef>
              <a:spcAft>
                <a:spcPts val="0"/>
              </a:spcAft>
              <a:buSzPts val="4060"/>
              <a:buChar char="•"/>
            </a:pPr>
            <a:r>
              <a:rPr lang="en-US" sz="2800"/>
              <a:t>All possible root causes for those problems.</a:t>
            </a:r>
            <a:endParaRPr/>
          </a:p>
          <a:p>
            <a:pPr indent="-294640" lvl="0" marL="285750" rtl="0" algn="l">
              <a:lnSpc>
                <a:spcPct val="80000"/>
              </a:lnSpc>
              <a:spcBef>
                <a:spcPts val="1240"/>
              </a:spcBef>
              <a:spcAft>
                <a:spcPts val="0"/>
              </a:spcAft>
              <a:buSzPts val="4640"/>
              <a:buChar char="•"/>
            </a:pPr>
            <a:r>
              <a:rPr lang="en-US" sz="3200"/>
              <a:t>Analysts investigate each root cause to find: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1160"/>
              </a:spcBef>
              <a:spcAft>
                <a:spcPts val="0"/>
              </a:spcAft>
              <a:buSzPts val="4060"/>
              <a:buChar char="•"/>
            </a:pPr>
            <a:r>
              <a:rPr lang="en-US" sz="2800"/>
              <a:t>Solutions for the highest priority problems.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1160"/>
              </a:spcBef>
              <a:spcAft>
                <a:spcPts val="0"/>
              </a:spcAft>
              <a:buSzPts val="4060"/>
              <a:buChar char="•"/>
            </a:pPr>
            <a:r>
              <a:rPr lang="en-US" sz="2800"/>
              <a:t>Root causes that are common to multiple problems. </a:t>
            </a:r>
            <a:endParaRPr/>
          </a:p>
        </p:txBody>
      </p:sp>
      <p:sp>
        <p:nvSpPr>
          <p:cNvPr id="254" name="Google Shape;254;p15"/>
          <p:cNvSpPr txBox="1"/>
          <p:nvPr>
            <p:ph idx="12" type="sldNum"/>
          </p:nvPr>
        </p:nvSpPr>
        <p:spPr>
          <a:xfrm>
            <a:off x="8245475" y="6478588"/>
            <a:ext cx="4143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6"/>
          <p:cNvSpPr txBox="1"/>
          <p:nvPr>
            <p:ph type="title"/>
          </p:nvPr>
        </p:nvSpPr>
        <p:spPr>
          <a:xfrm>
            <a:off x="982133" y="457201"/>
            <a:ext cx="6561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Duration Analysis</a:t>
            </a:r>
            <a:endParaRPr/>
          </a:p>
        </p:txBody>
      </p:sp>
      <p:sp>
        <p:nvSpPr>
          <p:cNvPr id="261" name="Google Shape;261;p16"/>
          <p:cNvSpPr txBox="1"/>
          <p:nvPr>
            <p:ph idx="1" type="body"/>
          </p:nvPr>
        </p:nvSpPr>
        <p:spPr>
          <a:xfrm>
            <a:off x="982133" y="2057399"/>
            <a:ext cx="78570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65100" lvl="0" marL="2857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Char char="•"/>
            </a:pPr>
            <a:r>
              <a:rPr lang="en-US" sz="2600"/>
              <a:t>Calculate time needed for each process step</a:t>
            </a:r>
            <a:endParaRPr sz="2600"/>
          </a:p>
          <a:p>
            <a:pPr indent="-165100" lvl="0" marL="285750" rtl="0" algn="l">
              <a:lnSpc>
                <a:spcPct val="90000"/>
              </a:lnSpc>
              <a:spcBef>
                <a:spcPts val="1240"/>
              </a:spcBef>
              <a:spcAft>
                <a:spcPts val="0"/>
              </a:spcAft>
              <a:buSzPts val="2600"/>
              <a:buChar char="•"/>
            </a:pPr>
            <a:r>
              <a:rPr lang="en-US" sz="2600"/>
              <a:t>Calculate time needed for overall process</a:t>
            </a:r>
            <a:endParaRPr sz="2600"/>
          </a:p>
          <a:p>
            <a:pPr indent="-165100" lvl="0" marL="285750" rtl="0" algn="l">
              <a:lnSpc>
                <a:spcPct val="90000"/>
              </a:lnSpc>
              <a:spcBef>
                <a:spcPts val="1240"/>
              </a:spcBef>
              <a:spcAft>
                <a:spcPts val="0"/>
              </a:spcAft>
              <a:buSzPts val="2600"/>
              <a:buChar char="•"/>
            </a:pPr>
            <a:r>
              <a:rPr lang="en-US" sz="2600"/>
              <a:t>Compare the two – a large difference indicates a badly fragmented process</a:t>
            </a:r>
            <a:endParaRPr sz="2600"/>
          </a:p>
          <a:p>
            <a:pPr indent="-165100" lvl="0" marL="285750" rtl="0" algn="l">
              <a:lnSpc>
                <a:spcPct val="90000"/>
              </a:lnSpc>
              <a:spcBef>
                <a:spcPts val="1240"/>
              </a:spcBef>
              <a:spcAft>
                <a:spcPts val="0"/>
              </a:spcAft>
              <a:buSzPts val="2600"/>
              <a:buChar char="•"/>
            </a:pPr>
            <a:r>
              <a:rPr lang="en-US" sz="2600"/>
              <a:t>Potential solutions:</a:t>
            </a:r>
            <a:endParaRPr sz="2600"/>
          </a:p>
          <a:p>
            <a:pPr indent="-193040" lvl="1" marL="742950" rtl="0" algn="l">
              <a:lnSpc>
                <a:spcPct val="90000"/>
              </a:lnSpc>
              <a:spcBef>
                <a:spcPts val="1160"/>
              </a:spcBef>
              <a:spcAft>
                <a:spcPts val="0"/>
              </a:spcAft>
              <a:buSzPts val="2600"/>
              <a:buChar char="•"/>
            </a:pPr>
            <a:r>
              <a:rPr lang="en-US" sz="2600"/>
              <a:t>Process integration – change the process to use fewer people, each with broader responsibilities</a:t>
            </a:r>
            <a:endParaRPr sz="2600"/>
          </a:p>
          <a:p>
            <a:pPr indent="-193040" lvl="1" marL="742950" rtl="0" algn="l">
              <a:lnSpc>
                <a:spcPct val="90000"/>
              </a:lnSpc>
              <a:spcBef>
                <a:spcPts val="1160"/>
              </a:spcBef>
              <a:spcAft>
                <a:spcPts val="0"/>
              </a:spcAft>
              <a:buSzPts val="2600"/>
              <a:buChar char="•"/>
            </a:pPr>
            <a:r>
              <a:rPr lang="en-US" sz="2600"/>
              <a:t>Parallelization – change the process so that individual step are performed simultaneously</a:t>
            </a:r>
            <a:endParaRPr sz="2600"/>
          </a:p>
          <a:p>
            <a:pPr indent="-27940" lvl="0" marL="28575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ts val="4060"/>
              <a:buNone/>
            </a:pPr>
            <a:r>
              <a:t/>
            </a:r>
            <a:endParaRPr sz="1800"/>
          </a:p>
        </p:txBody>
      </p:sp>
      <p:sp>
        <p:nvSpPr>
          <p:cNvPr id="262" name="Google Shape;262;p16"/>
          <p:cNvSpPr txBox="1"/>
          <p:nvPr>
            <p:ph idx="12" type="sldNum"/>
          </p:nvPr>
        </p:nvSpPr>
        <p:spPr>
          <a:xfrm>
            <a:off x="8245475" y="6478588"/>
            <a:ext cx="4143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7"/>
          <p:cNvSpPr txBox="1"/>
          <p:nvPr>
            <p:ph type="title"/>
          </p:nvPr>
        </p:nvSpPr>
        <p:spPr>
          <a:xfrm>
            <a:off x="982133" y="457201"/>
            <a:ext cx="6561667" cy="1142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>
                <a:latin typeface="Corbel"/>
                <a:ea typeface="Corbel"/>
                <a:cs typeface="Corbel"/>
                <a:sym typeface="Corbel"/>
              </a:rPr>
              <a:t>Activity-Based Costing</a:t>
            </a:r>
            <a:endParaRPr/>
          </a:p>
        </p:txBody>
      </p:sp>
      <p:sp>
        <p:nvSpPr>
          <p:cNvPr id="269" name="Google Shape;269;p17"/>
          <p:cNvSpPr txBox="1"/>
          <p:nvPr>
            <p:ph idx="1" type="body"/>
          </p:nvPr>
        </p:nvSpPr>
        <p:spPr>
          <a:xfrm>
            <a:off x="982133" y="1600199"/>
            <a:ext cx="7857067" cy="48005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464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40"/>
              <a:buChar char="•"/>
            </a:pPr>
            <a:r>
              <a:rPr lang="en-US" sz="3200"/>
              <a:t>Calculate cost of each process step</a:t>
            </a:r>
            <a:endParaRPr/>
          </a:p>
          <a:p>
            <a:pPr indent="-294640" lvl="0" marL="285750" rtl="0" algn="l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SzPts val="4640"/>
              <a:buChar char="•"/>
            </a:pPr>
            <a:r>
              <a:rPr lang="en-US" sz="3200"/>
              <a:t>Consider both direct and indirect costs</a:t>
            </a:r>
            <a:endParaRPr/>
          </a:p>
          <a:p>
            <a:pPr indent="-294640" lvl="0" marL="285750" rtl="0" algn="l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SzPts val="4640"/>
              <a:buChar char="•"/>
            </a:pPr>
            <a:r>
              <a:rPr lang="en-US" sz="3200"/>
              <a:t>Identify most costly steps and focus improvement efforts on them</a:t>
            </a:r>
            <a:endParaRPr sz="3200"/>
          </a:p>
        </p:txBody>
      </p:sp>
      <p:sp>
        <p:nvSpPr>
          <p:cNvPr id="270" name="Google Shape;270;p17"/>
          <p:cNvSpPr txBox="1"/>
          <p:nvPr>
            <p:ph idx="12" type="sldNum"/>
          </p:nvPr>
        </p:nvSpPr>
        <p:spPr>
          <a:xfrm>
            <a:off x="8245475" y="6478588"/>
            <a:ext cx="4143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8"/>
          <p:cNvSpPr txBox="1"/>
          <p:nvPr>
            <p:ph idx="12" type="sldNum"/>
          </p:nvPr>
        </p:nvSpPr>
        <p:spPr>
          <a:xfrm>
            <a:off x="8245475" y="6478588"/>
            <a:ext cx="4143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/>
          </a:p>
        </p:txBody>
      </p:sp>
      <p:sp>
        <p:nvSpPr>
          <p:cNvPr id="277" name="Google Shape;277;p18"/>
          <p:cNvSpPr txBox="1"/>
          <p:nvPr>
            <p:ph type="title"/>
          </p:nvPr>
        </p:nvSpPr>
        <p:spPr>
          <a:xfrm>
            <a:off x="571500" y="3048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3600"/>
              <a:t>Benchmarking</a:t>
            </a:r>
            <a:endParaRPr/>
          </a:p>
        </p:txBody>
      </p:sp>
      <p:sp>
        <p:nvSpPr>
          <p:cNvPr descr="Rectangle: Click to edit Master text styles&#10;Second level&#10;Third level&#10;Fourth level&#10;Fifth level" id="278" name="Google Shape;278;p18"/>
          <p:cNvSpPr txBox="1"/>
          <p:nvPr/>
        </p:nvSpPr>
        <p:spPr>
          <a:xfrm>
            <a:off x="571500" y="1676400"/>
            <a:ext cx="80391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464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6092"/>
              </a:buClr>
              <a:buSzPts val="464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Studying how other organizations perform the same business process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4640" lvl="0" marL="285750" marR="0" rtl="0" algn="l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Clr>
                <a:srgbClr val="376092"/>
              </a:buClr>
              <a:buSzPts val="464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Informal benchmarking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4640" lvl="0" marL="285750" marR="0" rtl="0" algn="l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Clr>
                <a:srgbClr val="376092"/>
              </a:buClr>
              <a:buSzPts val="464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Common for customer-facing processes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4640" lvl="0" marL="285750" marR="0" rtl="0" algn="l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Clr>
                <a:srgbClr val="376092"/>
              </a:buClr>
              <a:buSzPts val="464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Interact with other business’ processes as if you are a customer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85750" marR="0" rtl="0" algn="l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Clr>
                <a:srgbClr val="376092"/>
              </a:buClr>
              <a:buSzPts val="464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descr="Rectangle: Click to edit Master text styles&#10;Second level&#10;Third level&#10;Fourth level&#10;Fifth level" id="279" name="Google Shape;279;p18"/>
          <p:cNvSpPr/>
          <p:nvPr/>
        </p:nvSpPr>
        <p:spPr>
          <a:xfrm>
            <a:off x="914400" y="3429000"/>
            <a:ext cx="5562600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82550" lvl="1" marL="7429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CECFF"/>
              </a:buClr>
              <a:buSzPts val="3200"/>
              <a:buFont typeface="Times New Roman"/>
              <a:buNone/>
            </a:pPr>
            <a:r>
              <a:t/>
            </a:r>
            <a:endParaRPr b="0" i="0" sz="3200" u="none" cap="none" strike="noStrike">
              <a:solidFill>
                <a:srgbClr val="00009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9"/>
          <p:cNvSpPr txBox="1"/>
          <p:nvPr>
            <p:ph idx="12" type="sldNum"/>
          </p:nvPr>
        </p:nvSpPr>
        <p:spPr>
          <a:xfrm>
            <a:off x="2036763" y="6473825"/>
            <a:ext cx="53149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0" i="0" lang="en-US" sz="12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4 - </a:t>
            </a:r>
            <a:fld id="{00000000-1234-1234-1234-123412341234}" type="slidenum">
              <a:rPr b="0" i="0" lang="en-US" sz="12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‹#›</a:t>
            </a:fld>
            <a:endParaRPr b="0" i="0" sz="12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b="0" i="0" sz="10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86" name="Google Shape;286;p19"/>
          <p:cNvSpPr txBox="1"/>
          <p:nvPr>
            <p:ph type="title"/>
          </p:nvPr>
        </p:nvSpPr>
        <p:spPr>
          <a:xfrm>
            <a:off x="982133" y="457201"/>
            <a:ext cx="6561667" cy="1142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600"/>
              <a:t>Technology Analysis</a:t>
            </a:r>
            <a:endParaRPr/>
          </a:p>
        </p:txBody>
      </p:sp>
      <p:sp>
        <p:nvSpPr>
          <p:cNvPr descr="Rectangle: Click to edit Master text styles&#10;Second level&#10;Third level&#10;Fourth level&#10;Fifth level" id="287" name="Google Shape;287;p19"/>
          <p:cNvSpPr txBox="1"/>
          <p:nvPr>
            <p:ph idx="1" type="body"/>
          </p:nvPr>
        </p:nvSpPr>
        <p:spPr>
          <a:xfrm>
            <a:off x="762000" y="1855788"/>
            <a:ext cx="8161867" cy="48005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0"/>
              <a:buChar char="•"/>
            </a:pPr>
            <a:r>
              <a:rPr lang="en-US" sz="2800"/>
              <a:t>Analysts list important and interesting technologies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ts val="4060"/>
              <a:buChar char="•"/>
            </a:pPr>
            <a:r>
              <a:rPr lang="en-US" sz="2800"/>
              <a:t>Managers list important and interesting technologies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ts val="4060"/>
              <a:buChar char="•"/>
            </a:pPr>
            <a:r>
              <a:rPr lang="en-US" sz="2800"/>
              <a:t>The group identifies how each might be applied to the business and how the business might benefit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0"/>
          <p:cNvSpPr txBox="1"/>
          <p:nvPr>
            <p:ph idx="12" type="sldNum"/>
          </p:nvPr>
        </p:nvSpPr>
        <p:spPr>
          <a:xfrm>
            <a:off x="2036763" y="6473825"/>
            <a:ext cx="53149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0" i="0" lang="en-US" sz="12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4 - </a:t>
            </a:r>
            <a:fld id="{00000000-1234-1234-1234-123412341234}" type="slidenum">
              <a:rPr b="0" i="0" lang="en-US" sz="12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‹#›</a:t>
            </a:fld>
            <a:endParaRPr b="0" i="0" sz="12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b="0" i="0" sz="10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94" name="Google Shape;294;p20"/>
          <p:cNvSpPr txBox="1"/>
          <p:nvPr>
            <p:ph type="title"/>
          </p:nvPr>
        </p:nvSpPr>
        <p:spPr>
          <a:xfrm>
            <a:off x="982133" y="457201"/>
            <a:ext cx="6561667" cy="1142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600"/>
              <a:t>Activity Elimination</a:t>
            </a:r>
            <a:endParaRPr/>
          </a:p>
        </p:txBody>
      </p:sp>
      <p:sp>
        <p:nvSpPr>
          <p:cNvPr descr="Rectangle: Click to edit Master text styles&#10;Second level&#10;Third level&#10;Fourth level&#10;Fifth level" id="295" name="Google Shape;295;p20"/>
          <p:cNvSpPr txBox="1"/>
          <p:nvPr>
            <p:ph idx="1" type="body"/>
          </p:nvPr>
        </p:nvSpPr>
        <p:spPr>
          <a:xfrm>
            <a:off x="982133" y="1600199"/>
            <a:ext cx="7857067" cy="48005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0"/>
              <a:buChar char="•"/>
            </a:pPr>
            <a:r>
              <a:rPr lang="en-US" sz="2800"/>
              <a:t>Identify what would happen if each organizational activity were eliminated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ts val="4060"/>
              <a:buChar char="•"/>
            </a:pPr>
            <a:r>
              <a:rPr lang="en-US" sz="2800"/>
              <a:t>Use “force-fit” to test all possibilities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1"/>
          <p:cNvSpPr txBox="1"/>
          <p:nvPr>
            <p:ph idx="12" type="sldNum"/>
          </p:nvPr>
        </p:nvSpPr>
        <p:spPr>
          <a:xfrm>
            <a:off x="2036763" y="6473825"/>
            <a:ext cx="53149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0" i="0" lang="en-US" sz="12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4 - </a:t>
            </a:r>
            <a:fld id="{00000000-1234-1234-1234-123412341234}" type="slidenum">
              <a:rPr b="0" i="0" lang="en-US" sz="12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‹#›</a:t>
            </a:fld>
            <a:endParaRPr b="0" i="0" sz="12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b="0" i="0" sz="10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01" name="Google Shape;301;p21"/>
          <p:cNvSpPr txBox="1"/>
          <p:nvPr>
            <p:ph type="title"/>
          </p:nvPr>
        </p:nvSpPr>
        <p:spPr>
          <a:xfrm>
            <a:off x="982133" y="457201"/>
            <a:ext cx="6561667" cy="1142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600"/>
              <a:t>Comparing Analysis Techniques</a:t>
            </a:r>
            <a:endParaRPr/>
          </a:p>
        </p:txBody>
      </p:sp>
      <p:sp>
        <p:nvSpPr>
          <p:cNvPr descr="Rectangle: Click to edit Master text styles&#10;Second level&#10;Third level&#10;Fourth level&#10;Fifth level" id="302" name="Google Shape;302;p21"/>
          <p:cNvSpPr txBox="1"/>
          <p:nvPr>
            <p:ph idx="1" type="body"/>
          </p:nvPr>
        </p:nvSpPr>
        <p:spPr>
          <a:xfrm>
            <a:off x="982133" y="1678542"/>
            <a:ext cx="7857067" cy="4800599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29464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40"/>
              <a:buChar char="•"/>
            </a:pPr>
            <a:r>
              <a:rPr lang="en-US" sz="3200"/>
              <a:t>Potential business value</a:t>
            </a:r>
            <a:endParaRPr/>
          </a:p>
          <a:p>
            <a:pPr indent="-294640" lvl="0" marL="285750" rtl="0" algn="l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SzPts val="4640"/>
              <a:buChar char="•"/>
            </a:pPr>
            <a:r>
              <a:rPr lang="en-US" sz="3200"/>
              <a:t>Project cost</a:t>
            </a:r>
            <a:endParaRPr/>
          </a:p>
          <a:p>
            <a:pPr indent="-294640" lvl="0" marL="285750" rtl="0" algn="l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SzPts val="4640"/>
              <a:buChar char="•"/>
            </a:pPr>
            <a:r>
              <a:rPr lang="en-US" sz="3200"/>
              <a:t>Breadth of analysis</a:t>
            </a:r>
            <a:endParaRPr/>
          </a:p>
          <a:p>
            <a:pPr indent="-294640" lvl="0" marL="285750" rtl="0" algn="l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SzPts val="4640"/>
              <a:buChar char="•"/>
            </a:pPr>
            <a:r>
              <a:rPr lang="en-US" sz="3200"/>
              <a:t>Risk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2"/>
          <p:cNvSpPr txBox="1"/>
          <p:nvPr>
            <p:ph type="title"/>
          </p:nvPr>
        </p:nvSpPr>
        <p:spPr>
          <a:xfrm>
            <a:off x="982133" y="457201"/>
            <a:ext cx="6561667" cy="1142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8" name="Google Shape;308;p22"/>
          <p:cNvSpPr txBox="1"/>
          <p:nvPr>
            <p:ph idx="1" type="body"/>
          </p:nvPr>
        </p:nvSpPr>
        <p:spPr>
          <a:xfrm>
            <a:off x="334433" y="2286000"/>
            <a:ext cx="78570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830"/>
              <a:buNone/>
            </a:pPr>
            <a:r>
              <a:rPr lang="en-US" sz="5400"/>
              <a:t>Thank you</a:t>
            </a:r>
            <a:endParaRPr/>
          </a:p>
        </p:txBody>
      </p:sp>
      <p:sp>
        <p:nvSpPr>
          <p:cNvPr id="309" name="Google Shape;309;p22"/>
          <p:cNvSpPr txBox="1"/>
          <p:nvPr>
            <p:ph idx="12" type="sldNum"/>
          </p:nvPr>
        </p:nvSpPr>
        <p:spPr>
          <a:xfrm>
            <a:off x="8245475" y="6478588"/>
            <a:ext cx="4143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racU Theme">
  <a:themeElements>
    <a:clrScheme name="Office 2007-2010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1999-03-22T21:30:00Z</dcterms:created>
  <dc:creator>Fred Niederman</dc:creator>
</cp:coreProperties>
</file>